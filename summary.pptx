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tags/tag8.xml" ContentType="application/vnd.openxmlformats-officedocument.presentationml.tags+xml"/>
  <Override PartName="/ppt/notesSlides/notesSlide9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tags/tag9.xml" ContentType="application/vnd.openxmlformats-officedocument.presentationml.tags+xml"/>
  <Override PartName="/ppt/notesSlides/notesSlide10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tags/tag10.xml" ContentType="application/vnd.openxmlformats-officedocument.presentationml.tags+xml"/>
  <Override PartName="/ppt/notesSlides/notesSlide11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tags/tag11.xml" ContentType="application/vnd.openxmlformats-officedocument.presentationml.tags+xml"/>
  <Override PartName="/ppt/notesSlides/notesSlide12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tags/tag12.xml" ContentType="application/vnd.openxmlformats-officedocument.presentationml.tags+xml"/>
  <Override PartName="/ppt/notesSlides/notesSlide13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tags/tag13.xml" ContentType="application/vnd.openxmlformats-officedocument.presentationml.tags+xml"/>
  <Override PartName="/ppt/notesSlides/notesSlide14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tags/tag14.xml" ContentType="application/vnd.openxmlformats-officedocument.presentationml.tags+xml"/>
  <Override PartName="/ppt/notesSlides/notesSlide15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396" r:id="rId2"/>
    <p:sldId id="485" r:id="rId3"/>
    <p:sldId id="492" r:id="rId4"/>
    <p:sldId id="489" r:id="rId5"/>
    <p:sldId id="493" r:id="rId6"/>
    <p:sldId id="494" r:id="rId7"/>
    <p:sldId id="413" r:id="rId8"/>
    <p:sldId id="496" r:id="rId9"/>
    <p:sldId id="497" r:id="rId10"/>
    <p:sldId id="435" r:id="rId11"/>
    <p:sldId id="436" r:id="rId12"/>
    <p:sldId id="439" r:id="rId13"/>
    <p:sldId id="455" r:id="rId14"/>
    <p:sldId id="426" r:id="rId15"/>
    <p:sldId id="41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C0E723D-74FD-EBF5-B0F3-71E585AA0201}" name="Usuario invitado" initials="Ui" userId="S::urn:spo:tenantanon#6afea85d-c323-4270-b69d-a4fb3927c254::" providerId="AD"/>
  <p188:author id="{22562EB9-42CF-089C-A97D-98A1B82BEB09}" name="MARIA INMACULADA SANTAMARIA VALENZUELA" initials="MS" userId="S::mi.santamaria@upm.es::ce49ef87-c7e3-4d0f-9bdf-fe69029b02d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D0DE"/>
    <a:srgbClr val="2683C6"/>
    <a:srgbClr val="EEEAFA"/>
    <a:srgbClr val="D4D3DD"/>
    <a:srgbClr val="F5F8F9"/>
    <a:srgbClr val="EAF8FA"/>
    <a:srgbClr val="F4F6F6"/>
    <a:srgbClr val="FFD1AD"/>
    <a:srgbClr val="FF9900"/>
    <a:srgbClr val="E2F4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4A172A-7AC7-463B-A9AF-624B1842923E}" v="9137" dt="2025-05-27T20:59:10.1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09" autoAdjust="0"/>
    <p:restoredTop sz="80414" autoAdjust="0"/>
  </p:normalViewPr>
  <p:slideViewPr>
    <p:cSldViewPr snapToGrid="0">
      <p:cViewPr varScale="1">
        <p:scale>
          <a:sx n="89" d="100"/>
          <a:sy n="89" d="100"/>
        </p:scale>
        <p:origin x="546" y="96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CAE5A8-AEEF-49FA-94E2-A43717631DFF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4C1D3A04-6772-434B-ABD3-9D996EE42475}">
      <dgm:prSet phldrT="[Text]" custT="1"/>
      <dgm:spPr>
        <a:solidFill>
          <a:schemeClr val="accent3">
            <a:lumMod val="60000"/>
            <a:lumOff val="4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tx1"/>
              </a:solidFill>
            </a:rPr>
            <a:t>Introducción</a:t>
          </a:r>
        </a:p>
      </dgm:t>
    </dgm:pt>
    <dgm:pt modelId="{E8186680-9E8A-486C-AD65-5030C728D023}" type="parTrans" cxnId="{F981CBAB-ED40-4A26-A27F-DA325F4C6107}">
      <dgm:prSet/>
      <dgm:spPr/>
      <dgm:t>
        <a:bodyPr/>
        <a:lstStyle/>
        <a:p>
          <a:endParaRPr lang="en-US" sz="1400"/>
        </a:p>
      </dgm:t>
    </dgm:pt>
    <dgm:pt modelId="{AA307E74-CB02-47EE-8F0C-49BFA2D738F9}" type="sibTrans" cxnId="{F981CBAB-ED40-4A26-A27F-DA325F4C6107}">
      <dgm:prSet/>
      <dgm:spPr/>
      <dgm:t>
        <a:bodyPr/>
        <a:lstStyle/>
        <a:p>
          <a:endParaRPr lang="en-US" sz="1400"/>
        </a:p>
      </dgm:t>
    </dgm:pt>
    <dgm:pt modelId="{1699E284-74D5-4CFA-9A6C-C5786B3A3EDF}">
      <dgm:prSet phldrT="[Text]" custT="1"/>
      <dgm:spPr>
        <a:solidFill>
          <a:schemeClr val="accent6">
            <a:lumMod val="20000"/>
            <a:lumOff val="8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accent5">
                  <a:lumMod val="60000"/>
                  <a:lumOff val="40000"/>
                </a:schemeClr>
              </a:solidFill>
            </a:rPr>
            <a:t>Metodología</a:t>
          </a:r>
        </a:p>
      </dgm:t>
    </dgm:pt>
    <dgm:pt modelId="{218CEB4E-3C40-4B32-A406-15F50D267886}" type="parTrans" cxnId="{73F41977-F5EE-4BBC-836B-D77308F722F5}">
      <dgm:prSet/>
      <dgm:spPr/>
      <dgm:t>
        <a:bodyPr/>
        <a:lstStyle/>
        <a:p>
          <a:endParaRPr lang="en-US" sz="1400"/>
        </a:p>
      </dgm:t>
    </dgm:pt>
    <dgm:pt modelId="{FF9098AB-C328-445C-81FC-F4F779C1C3C0}" type="sibTrans" cxnId="{73F41977-F5EE-4BBC-836B-D77308F722F5}">
      <dgm:prSet/>
      <dgm:spPr/>
      <dgm:t>
        <a:bodyPr/>
        <a:lstStyle/>
        <a:p>
          <a:endParaRPr lang="en-US" sz="1400"/>
        </a:p>
      </dgm:t>
    </dgm:pt>
    <dgm:pt modelId="{FB6D3C1D-DA7E-4FE1-8C7B-3B1EAEDAB6E3}">
      <dgm:prSet phldrT="[Text]" custT="1"/>
      <dgm:spPr>
        <a:solidFill>
          <a:schemeClr val="accent6">
            <a:lumMod val="20000"/>
            <a:lumOff val="8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accent5">
                  <a:lumMod val="60000"/>
                  <a:lumOff val="40000"/>
                </a:schemeClr>
              </a:solidFill>
            </a:rPr>
            <a:t>Resultados</a:t>
          </a:r>
        </a:p>
      </dgm:t>
    </dgm:pt>
    <dgm:pt modelId="{0CEA7859-A880-4923-B8CD-2F8C3841E4E5}" type="parTrans" cxnId="{C64A8678-096E-4DF2-ABCA-B6DD97FEE4C5}">
      <dgm:prSet/>
      <dgm:spPr/>
      <dgm:t>
        <a:bodyPr/>
        <a:lstStyle/>
        <a:p>
          <a:endParaRPr lang="en-US" sz="1400"/>
        </a:p>
      </dgm:t>
    </dgm:pt>
    <dgm:pt modelId="{5EFA851D-DC4F-4342-9FEA-E0E173DA5402}" type="sibTrans" cxnId="{C64A8678-096E-4DF2-ABCA-B6DD97FEE4C5}">
      <dgm:prSet/>
      <dgm:spPr/>
      <dgm:t>
        <a:bodyPr/>
        <a:lstStyle/>
        <a:p>
          <a:endParaRPr lang="en-US" sz="1400"/>
        </a:p>
      </dgm:t>
    </dgm:pt>
    <dgm:pt modelId="{BB08484F-DE85-4026-ABA5-050FA029454A}">
      <dgm:prSet phldrT="[Text]" custT="1"/>
      <dgm:spPr>
        <a:solidFill>
          <a:schemeClr val="accent6">
            <a:lumMod val="20000"/>
            <a:lumOff val="8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accent5">
                  <a:lumMod val="60000"/>
                  <a:lumOff val="40000"/>
                </a:schemeClr>
              </a:solidFill>
            </a:rPr>
            <a:t>Discusión</a:t>
          </a:r>
        </a:p>
      </dgm:t>
    </dgm:pt>
    <dgm:pt modelId="{275C28E1-66D4-46BA-9E8F-A29C2D8126C0}" type="parTrans" cxnId="{27D9C115-0304-480E-AF5C-0F7F92A67676}">
      <dgm:prSet/>
      <dgm:spPr/>
      <dgm:t>
        <a:bodyPr/>
        <a:lstStyle/>
        <a:p>
          <a:endParaRPr lang="en-US" sz="1400"/>
        </a:p>
      </dgm:t>
    </dgm:pt>
    <dgm:pt modelId="{81EB3D4E-43B3-46AF-AD32-AEA86105323D}" type="sibTrans" cxnId="{27D9C115-0304-480E-AF5C-0F7F92A67676}">
      <dgm:prSet/>
      <dgm:spPr/>
      <dgm:t>
        <a:bodyPr/>
        <a:lstStyle/>
        <a:p>
          <a:endParaRPr lang="en-US" sz="1400"/>
        </a:p>
      </dgm:t>
    </dgm:pt>
    <dgm:pt modelId="{76E2BD61-632F-4DCC-8011-9F8A2B2ED7F2}">
      <dgm:prSet custT="1"/>
      <dgm:spPr>
        <a:solidFill>
          <a:schemeClr val="accent6">
            <a:lumMod val="20000"/>
            <a:lumOff val="8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accent5">
                  <a:lumMod val="60000"/>
                  <a:lumOff val="40000"/>
                </a:schemeClr>
              </a:solidFill>
            </a:rPr>
            <a:t>Conclusiones</a:t>
          </a:r>
        </a:p>
      </dgm:t>
    </dgm:pt>
    <dgm:pt modelId="{A0C6FB14-A513-446A-8B6F-408CDA1E0BC0}" type="parTrans" cxnId="{2768130A-C9F2-4E87-9025-3921F25E68A3}">
      <dgm:prSet/>
      <dgm:spPr/>
      <dgm:t>
        <a:bodyPr/>
        <a:lstStyle/>
        <a:p>
          <a:endParaRPr lang="en-US" sz="1400"/>
        </a:p>
      </dgm:t>
    </dgm:pt>
    <dgm:pt modelId="{B416EFA4-A10C-4CAE-B96C-D94EF06FD320}" type="sibTrans" cxnId="{2768130A-C9F2-4E87-9025-3921F25E68A3}">
      <dgm:prSet/>
      <dgm:spPr/>
      <dgm:t>
        <a:bodyPr/>
        <a:lstStyle/>
        <a:p>
          <a:endParaRPr lang="en-US" sz="1400"/>
        </a:p>
      </dgm:t>
    </dgm:pt>
    <dgm:pt modelId="{5538D79C-CDBA-4FEE-92EB-C26F9A8CD16A}" type="pres">
      <dgm:prSet presAssocID="{A4CAE5A8-AEEF-49FA-94E2-A43717631DFF}" presName="Name0" presStyleCnt="0">
        <dgm:presLayoutVars>
          <dgm:dir/>
          <dgm:animLvl val="lvl"/>
          <dgm:resizeHandles val="exact"/>
        </dgm:presLayoutVars>
      </dgm:prSet>
      <dgm:spPr/>
    </dgm:pt>
    <dgm:pt modelId="{9E4B01F8-C2A8-4556-87FF-C1BB9086ED3D}" type="pres">
      <dgm:prSet presAssocID="{4C1D3A04-6772-434B-ABD3-9D996EE42475}" presName="parTxOnly" presStyleLbl="node1" presStyleIdx="0" presStyleCnt="5" custScaleX="115170" custLinFactNeighborX="7189">
        <dgm:presLayoutVars>
          <dgm:chMax val="0"/>
          <dgm:chPref val="0"/>
          <dgm:bulletEnabled val="1"/>
        </dgm:presLayoutVars>
      </dgm:prSet>
      <dgm:spPr/>
    </dgm:pt>
    <dgm:pt modelId="{B9921F70-4117-42D9-AFA9-8869792C4583}" type="pres">
      <dgm:prSet presAssocID="{AA307E74-CB02-47EE-8F0C-49BFA2D738F9}" presName="parTxOnlySpace" presStyleCnt="0"/>
      <dgm:spPr/>
    </dgm:pt>
    <dgm:pt modelId="{8340CC42-D928-499B-BA74-B4985A1E7C9E}" type="pres">
      <dgm:prSet presAssocID="{1699E284-74D5-4CFA-9A6C-C5786B3A3EDF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BCCA8ABA-4005-4611-8D66-391F9315FC54}" type="pres">
      <dgm:prSet presAssocID="{FF9098AB-C328-445C-81FC-F4F779C1C3C0}" presName="parTxOnlySpace" presStyleCnt="0"/>
      <dgm:spPr/>
    </dgm:pt>
    <dgm:pt modelId="{C9F3559A-BC51-465B-8AA2-66A3DCA322B7}" type="pres">
      <dgm:prSet presAssocID="{FB6D3C1D-DA7E-4FE1-8C7B-3B1EAEDAB6E3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E49F4D87-FA2E-4107-A8BF-74D8F6789155}" type="pres">
      <dgm:prSet presAssocID="{5EFA851D-DC4F-4342-9FEA-E0E173DA5402}" presName="parTxOnlySpace" presStyleCnt="0"/>
      <dgm:spPr/>
    </dgm:pt>
    <dgm:pt modelId="{A940B3B7-CB92-4383-A5B7-88659BAA24F1}" type="pres">
      <dgm:prSet presAssocID="{BB08484F-DE85-4026-ABA5-050FA029454A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185B226E-0BF3-46F9-A8D8-9BF5506A1707}" type="pres">
      <dgm:prSet presAssocID="{81EB3D4E-43B3-46AF-AD32-AEA86105323D}" presName="parTxOnlySpace" presStyleCnt="0"/>
      <dgm:spPr/>
    </dgm:pt>
    <dgm:pt modelId="{7349404C-35C2-49C0-BBE9-7444F68DEE9E}" type="pres">
      <dgm:prSet presAssocID="{76E2BD61-632F-4DCC-8011-9F8A2B2ED7F2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2768130A-C9F2-4E87-9025-3921F25E68A3}" srcId="{A4CAE5A8-AEEF-49FA-94E2-A43717631DFF}" destId="{76E2BD61-632F-4DCC-8011-9F8A2B2ED7F2}" srcOrd="4" destOrd="0" parTransId="{A0C6FB14-A513-446A-8B6F-408CDA1E0BC0}" sibTransId="{B416EFA4-A10C-4CAE-B96C-D94EF06FD320}"/>
    <dgm:cxn modelId="{27D9C115-0304-480E-AF5C-0F7F92A67676}" srcId="{A4CAE5A8-AEEF-49FA-94E2-A43717631DFF}" destId="{BB08484F-DE85-4026-ABA5-050FA029454A}" srcOrd="3" destOrd="0" parTransId="{275C28E1-66D4-46BA-9E8F-A29C2D8126C0}" sibTransId="{81EB3D4E-43B3-46AF-AD32-AEA86105323D}"/>
    <dgm:cxn modelId="{F033BB6E-07D7-421B-9E58-106BAC789CBD}" type="presOf" srcId="{1699E284-74D5-4CFA-9A6C-C5786B3A3EDF}" destId="{8340CC42-D928-499B-BA74-B4985A1E7C9E}" srcOrd="0" destOrd="0" presId="urn:microsoft.com/office/officeart/2005/8/layout/chevron1"/>
    <dgm:cxn modelId="{73F41977-F5EE-4BBC-836B-D77308F722F5}" srcId="{A4CAE5A8-AEEF-49FA-94E2-A43717631DFF}" destId="{1699E284-74D5-4CFA-9A6C-C5786B3A3EDF}" srcOrd="1" destOrd="0" parTransId="{218CEB4E-3C40-4B32-A406-15F50D267886}" sibTransId="{FF9098AB-C328-445C-81FC-F4F779C1C3C0}"/>
    <dgm:cxn modelId="{C64A8678-096E-4DF2-ABCA-B6DD97FEE4C5}" srcId="{A4CAE5A8-AEEF-49FA-94E2-A43717631DFF}" destId="{FB6D3C1D-DA7E-4FE1-8C7B-3B1EAEDAB6E3}" srcOrd="2" destOrd="0" parTransId="{0CEA7859-A880-4923-B8CD-2F8C3841E4E5}" sibTransId="{5EFA851D-DC4F-4342-9FEA-E0E173DA5402}"/>
    <dgm:cxn modelId="{ACBEAF87-5CE4-4BFC-ABDD-B7A000D59F11}" type="presOf" srcId="{FB6D3C1D-DA7E-4FE1-8C7B-3B1EAEDAB6E3}" destId="{C9F3559A-BC51-465B-8AA2-66A3DCA322B7}" srcOrd="0" destOrd="0" presId="urn:microsoft.com/office/officeart/2005/8/layout/chevron1"/>
    <dgm:cxn modelId="{163751A7-3FC2-4A3A-A447-2F804C15B1DC}" type="presOf" srcId="{76E2BD61-632F-4DCC-8011-9F8A2B2ED7F2}" destId="{7349404C-35C2-49C0-BBE9-7444F68DEE9E}" srcOrd="0" destOrd="0" presId="urn:microsoft.com/office/officeart/2005/8/layout/chevron1"/>
    <dgm:cxn modelId="{F981CBAB-ED40-4A26-A27F-DA325F4C6107}" srcId="{A4CAE5A8-AEEF-49FA-94E2-A43717631DFF}" destId="{4C1D3A04-6772-434B-ABD3-9D996EE42475}" srcOrd="0" destOrd="0" parTransId="{E8186680-9E8A-486C-AD65-5030C728D023}" sibTransId="{AA307E74-CB02-47EE-8F0C-49BFA2D738F9}"/>
    <dgm:cxn modelId="{104ED3AE-0F58-40D8-AF99-66E6D707C1CE}" type="presOf" srcId="{BB08484F-DE85-4026-ABA5-050FA029454A}" destId="{A940B3B7-CB92-4383-A5B7-88659BAA24F1}" srcOrd="0" destOrd="0" presId="urn:microsoft.com/office/officeart/2005/8/layout/chevron1"/>
    <dgm:cxn modelId="{E725F6C0-EFB9-43C6-858E-FE4AA0A00CCA}" type="presOf" srcId="{A4CAE5A8-AEEF-49FA-94E2-A43717631DFF}" destId="{5538D79C-CDBA-4FEE-92EB-C26F9A8CD16A}" srcOrd="0" destOrd="0" presId="urn:microsoft.com/office/officeart/2005/8/layout/chevron1"/>
    <dgm:cxn modelId="{844C89C9-3B87-4117-8E7F-91226893FA18}" type="presOf" srcId="{4C1D3A04-6772-434B-ABD3-9D996EE42475}" destId="{9E4B01F8-C2A8-4556-87FF-C1BB9086ED3D}" srcOrd="0" destOrd="0" presId="urn:microsoft.com/office/officeart/2005/8/layout/chevron1"/>
    <dgm:cxn modelId="{F4C08D2B-513D-4FC7-A9D4-F21160EFC52D}" type="presParOf" srcId="{5538D79C-CDBA-4FEE-92EB-C26F9A8CD16A}" destId="{9E4B01F8-C2A8-4556-87FF-C1BB9086ED3D}" srcOrd="0" destOrd="0" presId="urn:microsoft.com/office/officeart/2005/8/layout/chevron1"/>
    <dgm:cxn modelId="{51F49FC3-FC8B-41D5-BF20-F9332AD9F417}" type="presParOf" srcId="{5538D79C-CDBA-4FEE-92EB-C26F9A8CD16A}" destId="{B9921F70-4117-42D9-AFA9-8869792C4583}" srcOrd="1" destOrd="0" presId="urn:microsoft.com/office/officeart/2005/8/layout/chevron1"/>
    <dgm:cxn modelId="{495AB8D3-0DD4-4EEB-A949-E395F2663A39}" type="presParOf" srcId="{5538D79C-CDBA-4FEE-92EB-C26F9A8CD16A}" destId="{8340CC42-D928-499B-BA74-B4985A1E7C9E}" srcOrd="2" destOrd="0" presId="urn:microsoft.com/office/officeart/2005/8/layout/chevron1"/>
    <dgm:cxn modelId="{A392C899-162E-405E-873A-8217B1C297EB}" type="presParOf" srcId="{5538D79C-CDBA-4FEE-92EB-C26F9A8CD16A}" destId="{BCCA8ABA-4005-4611-8D66-391F9315FC54}" srcOrd="3" destOrd="0" presId="urn:microsoft.com/office/officeart/2005/8/layout/chevron1"/>
    <dgm:cxn modelId="{048C6A3D-EF08-415C-AF90-CE1EA2870AC3}" type="presParOf" srcId="{5538D79C-CDBA-4FEE-92EB-C26F9A8CD16A}" destId="{C9F3559A-BC51-465B-8AA2-66A3DCA322B7}" srcOrd="4" destOrd="0" presId="urn:microsoft.com/office/officeart/2005/8/layout/chevron1"/>
    <dgm:cxn modelId="{A19CA3AC-F72C-429E-81D1-F867546A42DB}" type="presParOf" srcId="{5538D79C-CDBA-4FEE-92EB-C26F9A8CD16A}" destId="{E49F4D87-FA2E-4107-A8BF-74D8F6789155}" srcOrd="5" destOrd="0" presId="urn:microsoft.com/office/officeart/2005/8/layout/chevron1"/>
    <dgm:cxn modelId="{FC07E845-355E-4EFF-A6F9-205505759733}" type="presParOf" srcId="{5538D79C-CDBA-4FEE-92EB-C26F9A8CD16A}" destId="{A940B3B7-CB92-4383-A5B7-88659BAA24F1}" srcOrd="6" destOrd="0" presId="urn:microsoft.com/office/officeart/2005/8/layout/chevron1"/>
    <dgm:cxn modelId="{AF594D62-DC75-47E5-8F9E-8C89F0ACFD34}" type="presParOf" srcId="{5538D79C-CDBA-4FEE-92EB-C26F9A8CD16A}" destId="{185B226E-0BF3-46F9-A8D8-9BF5506A1707}" srcOrd="7" destOrd="0" presId="urn:microsoft.com/office/officeart/2005/8/layout/chevron1"/>
    <dgm:cxn modelId="{6CE2D71C-5139-4D23-B797-1291257CAF6B}" type="presParOf" srcId="{5538D79C-CDBA-4FEE-92EB-C26F9A8CD16A}" destId="{7349404C-35C2-49C0-BBE9-7444F68DEE9E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4CAE5A8-AEEF-49FA-94E2-A43717631DFF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4C1D3A04-6772-434B-ABD3-9D996EE42475}">
      <dgm:prSet phldrT="[Text]" custT="1"/>
      <dgm:spPr>
        <a:solidFill>
          <a:schemeClr val="accent3">
            <a:lumMod val="60000"/>
            <a:lumOff val="4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tx1"/>
              </a:solidFill>
            </a:rPr>
            <a:t>Introducción</a:t>
          </a:r>
        </a:p>
      </dgm:t>
    </dgm:pt>
    <dgm:pt modelId="{E8186680-9E8A-486C-AD65-5030C728D023}" type="parTrans" cxnId="{F981CBAB-ED40-4A26-A27F-DA325F4C6107}">
      <dgm:prSet/>
      <dgm:spPr/>
      <dgm:t>
        <a:bodyPr/>
        <a:lstStyle/>
        <a:p>
          <a:endParaRPr lang="en-US" sz="1400"/>
        </a:p>
      </dgm:t>
    </dgm:pt>
    <dgm:pt modelId="{AA307E74-CB02-47EE-8F0C-49BFA2D738F9}" type="sibTrans" cxnId="{F981CBAB-ED40-4A26-A27F-DA325F4C6107}">
      <dgm:prSet/>
      <dgm:spPr/>
      <dgm:t>
        <a:bodyPr/>
        <a:lstStyle/>
        <a:p>
          <a:endParaRPr lang="en-US" sz="1400"/>
        </a:p>
      </dgm:t>
    </dgm:pt>
    <dgm:pt modelId="{1699E284-74D5-4CFA-9A6C-C5786B3A3EDF}">
      <dgm:prSet phldrT="[Text]" custT="1"/>
      <dgm:spPr>
        <a:solidFill>
          <a:schemeClr val="accent6">
            <a:lumMod val="20000"/>
            <a:lumOff val="8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accent5">
                  <a:lumMod val="60000"/>
                  <a:lumOff val="40000"/>
                </a:schemeClr>
              </a:solidFill>
            </a:rPr>
            <a:t>Metodología</a:t>
          </a:r>
        </a:p>
      </dgm:t>
    </dgm:pt>
    <dgm:pt modelId="{218CEB4E-3C40-4B32-A406-15F50D267886}" type="parTrans" cxnId="{73F41977-F5EE-4BBC-836B-D77308F722F5}">
      <dgm:prSet/>
      <dgm:spPr/>
      <dgm:t>
        <a:bodyPr/>
        <a:lstStyle/>
        <a:p>
          <a:endParaRPr lang="en-US" sz="1400"/>
        </a:p>
      </dgm:t>
    </dgm:pt>
    <dgm:pt modelId="{FF9098AB-C328-445C-81FC-F4F779C1C3C0}" type="sibTrans" cxnId="{73F41977-F5EE-4BBC-836B-D77308F722F5}">
      <dgm:prSet/>
      <dgm:spPr/>
      <dgm:t>
        <a:bodyPr/>
        <a:lstStyle/>
        <a:p>
          <a:endParaRPr lang="en-US" sz="1400"/>
        </a:p>
      </dgm:t>
    </dgm:pt>
    <dgm:pt modelId="{FB6D3C1D-DA7E-4FE1-8C7B-3B1EAEDAB6E3}">
      <dgm:prSet phldrT="[Text]" custT="1"/>
      <dgm:spPr>
        <a:solidFill>
          <a:schemeClr val="accent6">
            <a:lumMod val="20000"/>
            <a:lumOff val="8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accent5">
                  <a:lumMod val="60000"/>
                  <a:lumOff val="40000"/>
                </a:schemeClr>
              </a:solidFill>
            </a:rPr>
            <a:t>Resultados</a:t>
          </a:r>
        </a:p>
      </dgm:t>
    </dgm:pt>
    <dgm:pt modelId="{0CEA7859-A880-4923-B8CD-2F8C3841E4E5}" type="parTrans" cxnId="{C64A8678-096E-4DF2-ABCA-B6DD97FEE4C5}">
      <dgm:prSet/>
      <dgm:spPr/>
      <dgm:t>
        <a:bodyPr/>
        <a:lstStyle/>
        <a:p>
          <a:endParaRPr lang="en-US" sz="1400"/>
        </a:p>
      </dgm:t>
    </dgm:pt>
    <dgm:pt modelId="{5EFA851D-DC4F-4342-9FEA-E0E173DA5402}" type="sibTrans" cxnId="{C64A8678-096E-4DF2-ABCA-B6DD97FEE4C5}">
      <dgm:prSet/>
      <dgm:spPr/>
      <dgm:t>
        <a:bodyPr/>
        <a:lstStyle/>
        <a:p>
          <a:endParaRPr lang="en-US" sz="1400"/>
        </a:p>
      </dgm:t>
    </dgm:pt>
    <dgm:pt modelId="{BB08484F-DE85-4026-ABA5-050FA029454A}">
      <dgm:prSet phldrT="[Text]" custT="1"/>
      <dgm:spPr>
        <a:solidFill>
          <a:schemeClr val="accent6">
            <a:lumMod val="20000"/>
            <a:lumOff val="8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accent5">
                  <a:lumMod val="60000"/>
                  <a:lumOff val="40000"/>
                </a:schemeClr>
              </a:solidFill>
            </a:rPr>
            <a:t>Discusión</a:t>
          </a:r>
        </a:p>
      </dgm:t>
    </dgm:pt>
    <dgm:pt modelId="{275C28E1-66D4-46BA-9E8F-A29C2D8126C0}" type="parTrans" cxnId="{27D9C115-0304-480E-AF5C-0F7F92A67676}">
      <dgm:prSet/>
      <dgm:spPr/>
      <dgm:t>
        <a:bodyPr/>
        <a:lstStyle/>
        <a:p>
          <a:endParaRPr lang="en-US" sz="1400"/>
        </a:p>
      </dgm:t>
    </dgm:pt>
    <dgm:pt modelId="{81EB3D4E-43B3-46AF-AD32-AEA86105323D}" type="sibTrans" cxnId="{27D9C115-0304-480E-AF5C-0F7F92A67676}">
      <dgm:prSet/>
      <dgm:spPr/>
      <dgm:t>
        <a:bodyPr/>
        <a:lstStyle/>
        <a:p>
          <a:endParaRPr lang="en-US" sz="1400"/>
        </a:p>
      </dgm:t>
    </dgm:pt>
    <dgm:pt modelId="{76E2BD61-632F-4DCC-8011-9F8A2B2ED7F2}">
      <dgm:prSet custT="1"/>
      <dgm:spPr>
        <a:solidFill>
          <a:schemeClr val="accent6">
            <a:lumMod val="20000"/>
            <a:lumOff val="8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accent5">
                  <a:lumMod val="60000"/>
                  <a:lumOff val="40000"/>
                </a:schemeClr>
              </a:solidFill>
            </a:rPr>
            <a:t>Conclusiones</a:t>
          </a:r>
        </a:p>
      </dgm:t>
    </dgm:pt>
    <dgm:pt modelId="{A0C6FB14-A513-446A-8B6F-408CDA1E0BC0}" type="parTrans" cxnId="{2768130A-C9F2-4E87-9025-3921F25E68A3}">
      <dgm:prSet/>
      <dgm:spPr/>
      <dgm:t>
        <a:bodyPr/>
        <a:lstStyle/>
        <a:p>
          <a:endParaRPr lang="en-US" sz="1400"/>
        </a:p>
      </dgm:t>
    </dgm:pt>
    <dgm:pt modelId="{B416EFA4-A10C-4CAE-B96C-D94EF06FD320}" type="sibTrans" cxnId="{2768130A-C9F2-4E87-9025-3921F25E68A3}">
      <dgm:prSet/>
      <dgm:spPr/>
      <dgm:t>
        <a:bodyPr/>
        <a:lstStyle/>
        <a:p>
          <a:endParaRPr lang="en-US" sz="1400"/>
        </a:p>
      </dgm:t>
    </dgm:pt>
    <dgm:pt modelId="{5538D79C-CDBA-4FEE-92EB-C26F9A8CD16A}" type="pres">
      <dgm:prSet presAssocID="{A4CAE5A8-AEEF-49FA-94E2-A43717631DFF}" presName="Name0" presStyleCnt="0">
        <dgm:presLayoutVars>
          <dgm:dir/>
          <dgm:animLvl val="lvl"/>
          <dgm:resizeHandles val="exact"/>
        </dgm:presLayoutVars>
      </dgm:prSet>
      <dgm:spPr/>
    </dgm:pt>
    <dgm:pt modelId="{9E4B01F8-C2A8-4556-87FF-C1BB9086ED3D}" type="pres">
      <dgm:prSet presAssocID="{4C1D3A04-6772-434B-ABD3-9D996EE42475}" presName="parTxOnly" presStyleLbl="node1" presStyleIdx="0" presStyleCnt="5" custScaleX="115170" custLinFactNeighborX="7189">
        <dgm:presLayoutVars>
          <dgm:chMax val="0"/>
          <dgm:chPref val="0"/>
          <dgm:bulletEnabled val="1"/>
        </dgm:presLayoutVars>
      </dgm:prSet>
      <dgm:spPr/>
    </dgm:pt>
    <dgm:pt modelId="{B9921F70-4117-42D9-AFA9-8869792C4583}" type="pres">
      <dgm:prSet presAssocID="{AA307E74-CB02-47EE-8F0C-49BFA2D738F9}" presName="parTxOnlySpace" presStyleCnt="0"/>
      <dgm:spPr/>
    </dgm:pt>
    <dgm:pt modelId="{8340CC42-D928-499B-BA74-B4985A1E7C9E}" type="pres">
      <dgm:prSet presAssocID="{1699E284-74D5-4CFA-9A6C-C5786B3A3EDF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BCCA8ABA-4005-4611-8D66-391F9315FC54}" type="pres">
      <dgm:prSet presAssocID="{FF9098AB-C328-445C-81FC-F4F779C1C3C0}" presName="parTxOnlySpace" presStyleCnt="0"/>
      <dgm:spPr/>
    </dgm:pt>
    <dgm:pt modelId="{C9F3559A-BC51-465B-8AA2-66A3DCA322B7}" type="pres">
      <dgm:prSet presAssocID="{FB6D3C1D-DA7E-4FE1-8C7B-3B1EAEDAB6E3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E49F4D87-FA2E-4107-A8BF-74D8F6789155}" type="pres">
      <dgm:prSet presAssocID="{5EFA851D-DC4F-4342-9FEA-E0E173DA5402}" presName="parTxOnlySpace" presStyleCnt="0"/>
      <dgm:spPr/>
    </dgm:pt>
    <dgm:pt modelId="{A940B3B7-CB92-4383-A5B7-88659BAA24F1}" type="pres">
      <dgm:prSet presAssocID="{BB08484F-DE85-4026-ABA5-050FA029454A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185B226E-0BF3-46F9-A8D8-9BF5506A1707}" type="pres">
      <dgm:prSet presAssocID="{81EB3D4E-43B3-46AF-AD32-AEA86105323D}" presName="parTxOnlySpace" presStyleCnt="0"/>
      <dgm:spPr/>
    </dgm:pt>
    <dgm:pt modelId="{7349404C-35C2-49C0-BBE9-7444F68DEE9E}" type="pres">
      <dgm:prSet presAssocID="{76E2BD61-632F-4DCC-8011-9F8A2B2ED7F2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2768130A-C9F2-4E87-9025-3921F25E68A3}" srcId="{A4CAE5A8-AEEF-49FA-94E2-A43717631DFF}" destId="{76E2BD61-632F-4DCC-8011-9F8A2B2ED7F2}" srcOrd="4" destOrd="0" parTransId="{A0C6FB14-A513-446A-8B6F-408CDA1E0BC0}" sibTransId="{B416EFA4-A10C-4CAE-B96C-D94EF06FD320}"/>
    <dgm:cxn modelId="{27D9C115-0304-480E-AF5C-0F7F92A67676}" srcId="{A4CAE5A8-AEEF-49FA-94E2-A43717631DFF}" destId="{BB08484F-DE85-4026-ABA5-050FA029454A}" srcOrd="3" destOrd="0" parTransId="{275C28E1-66D4-46BA-9E8F-A29C2D8126C0}" sibTransId="{81EB3D4E-43B3-46AF-AD32-AEA86105323D}"/>
    <dgm:cxn modelId="{F033BB6E-07D7-421B-9E58-106BAC789CBD}" type="presOf" srcId="{1699E284-74D5-4CFA-9A6C-C5786B3A3EDF}" destId="{8340CC42-D928-499B-BA74-B4985A1E7C9E}" srcOrd="0" destOrd="0" presId="urn:microsoft.com/office/officeart/2005/8/layout/chevron1"/>
    <dgm:cxn modelId="{73F41977-F5EE-4BBC-836B-D77308F722F5}" srcId="{A4CAE5A8-AEEF-49FA-94E2-A43717631DFF}" destId="{1699E284-74D5-4CFA-9A6C-C5786B3A3EDF}" srcOrd="1" destOrd="0" parTransId="{218CEB4E-3C40-4B32-A406-15F50D267886}" sibTransId="{FF9098AB-C328-445C-81FC-F4F779C1C3C0}"/>
    <dgm:cxn modelId="{C64A8678-096E-4DF2-ABCA-B6DD97FEE4C5}" srcId="{A4CAE5A8-AEEF-49FA-94E2-A43717631DFF}" destId="{FB6D3C1D-DA7E-4FE1-8C7B-3B1EAEDAB6E3}" srcOrd="2" destOrd="0" parTransId="{0CEA7859-A880-4923-B8CD-2F8C3841E4E5}" sibTransId="{5EFA851D-DC4F-4342-9FEA-E0E173DA5402}"/>
    <dgm:cxn modelId="{ACBEAF87-5CE4-4BFC-ABDD-B7A000D59F11}" type="presOf" srcId="{FB6D3C1D-DA7E-4FE1-8C7B-3B1EAEDAB6E3}" destId="{C9F3559A-BC51-465B-8AA2-66A3DCA322B7}" srcOrd="0" destOrd="0" presId="urn:microsoft.com/office/officeart/2005/8/layout/chevron1"/>
    <dgm:cxn modelId="{163751A7-3FC2-4A3A-A447-2F804C15B1DC}" type="presOf" srcId="{76E2BD61-632F-4DCC-8011-9F8A2B2ED7F2}" destId="{7349404C-35C2-49C0-BBE9-7444F68DEE9E}" srcOrd="0" destOrd="0" presId="urn:microsoft.com/office/officeart/2005/8/layout/chevron1"/>
    <dgm:cxn modelId="{F981CBAB-ED40-4A26-A27F-DA325F4C6107}" srcId="{A4CAE5A8-AEEF-49FA-94E2-A43717631DFF}" destId="{4C1D3A04-6772-434B-ABD3-9D996EE42475}" srcOrd="0" destOrd="0" parTransId="{E8186680-9E8A-486C-AD65-5030C728D023}" sibTransId="{AA307E74-CB02-47EE-8F0C-49BFA2D738F9}"/>
    <dgm:cxn modelId="{104ED3AE-0F58-40D8-AF99-66E6D707C1CE}" type="presOf" srcId="{BB08484F-DE85-4026-ABA5-050FA029454A}" destId="{A940B3B7-CB92-4383-A5B7-88659BAA24F1}" srcOrd="0" destOrd="0" presId="urn:microsoft.com/office/officeart/2005/8/layout/chevron1"/>
    <dgm:cxn modelId="{E725F6C0-EFB9-43C6-858E-FE4AA0A00CCA}" type="presOf" srcId="{A4CAE5A8-AEEF-49FA-94E2-A43717631DFF}" destId="{5538D79C-CDBA-4FEE-92EB-C26F9A8CD16A}" srcOrd="0" destOrd="0" presId="urn:microsoft.com/office/officeart/2005/8/layout/chevron1"/>
    <dgm:cxn modelId="{844C89C9-3B87-4117-8E7F-91226893FA18}" type="presOf" srcId="{4C1D3A04-6772-434B-ABD3-9D996EE42475}" destId="{9E4B01F8-C2A8-4556-87FF-C1BB9086ED3D}" srcOrd="0" destOrd="0" presId="urn:microsoft.com/office/officeart/2005/8/layout/chevron1"/>
    <dgm:cxn modelId="{F4C08D2B-513D-4FC7-A9D4-F21160EFC52D}" type="presParOf" srcId="{5538D79C-CDBA-4FEE-92EB-C26F9A8CD16A}" destId="{9E4B01F8-C2A8-4556-87FF-C1BB9086ED3D}" srcOrd="0" destOrd="0" presId="urn:microsoft.com/office/officeart/2005/8/layout/chevron1"/>
    <dgm:cxn modelId="{51F49FC3-FC8B-41D5-BF20-F9332AD9F417}" type="presParOf" srcId="{5538D79C-CDBA-4FEE-92EB-C26F9A8CD16A}" destId="{B9921F70-4117-42D9-AFA9-8869792C4583}" srcOrd="1" destOrd="0" presId="urn:microsoft.com/office/officeart/2005/8/layout/chevron1"/>
    <dgm:cxn modelId="{495AB8D3-0DD4-4EEB-A949-E395F2663A39}" type="presParOf" srcId="{5538D79C-CDBA-4FEE-92EB-C26F9A8CD16A}" destId="{8340CC42-D928-499B-BA74-B4985A1E7C9E}" srcOrd="2" destOrd="0" presId="urn:microsoft.com/office/officeart/2005/8/layout/chevron1"/>
    <dgm:cxn modelId="{A392C899-162E-405E-873A-8217B1C297EB}" type="presParOf" srcId="{5538D79C-CDBA-4FEE-92EB-C26F9A8CD16A}" destId="{BCCA8ABA-4005-4611-8D66-391F9315FC54}" srcOrd="3" destOrd="0" presId="urn:microsoft.com/office/officeart/2005/8/layout/chevron1"/>
    <dgm:cxn modelId="{048C6A3D-EF08-415C-AF90-CE1EA2870AC3}" type="presParOf" srcId="{5538D79C-CDBA-4FEE-92EB-C26F9A8CD16A}" destId="{C9F3559A-BC51-465B-8AA2-66A3DCA322B7}" srcOrd="4" destOrd="0" presId="urn:microsoft.com/office/officeart/2005/8/layout/chevron1"/>
    <dgm:cxn modelId="{A19CA3AC-F72C-429E-81D1-F867546A42DB}" type="presParOf" srcId="{5538D79C-CDBA-4FEE-92EB-C26F9A8CD16A}" destId="{E49F4D87-FA2E-4107-A8BF-74D8F6789155}" srcOrd="5" destOrd="0" presId="urn:microsoft.com/office/officeart/2005/8/layout/chevron1"/>
    <dgm:cxn modelId="{FC07E845-355E-4EFF-A6F9-205505759733}" type="presParOf" srcId="{5538D79C-CDBA-4FEE-92EB-C26F9A8CD16A}" destId="{A940B3B7-CB92-4383-A5B7-88659BAA24F1}" srcOrd="6" destOrd="0" presId="urn:microsoft.com/office/officeart/2005/8/layout/chevron1"/>
    <dgm:cxn modelId="{AF594D62-DC75-47E5-8F9E-8C89F0ACFD34}" type="presParOf" srcId="{5538D79C-CDBA-4FEE-92EB-C26F9A8CD16A}" destId="{185B226E-0BF3-46F9-A8D8-9BF5506A1707}" srcOrd="7" destOrd="0" presId="urn:microsoft.com/office/officeart/2005/8/layout/chevron1"/>
    <dgm:cxn modelId="{6CE2D71C-5139-4D23-B797-1291257CAF6B}" type="presParOf" srcId="{5538D79C-CDBA-4FEE-92EB-C26F9A8CD16A}" destId="{7349404C-35C2-49C0-BBE9-7444F68DEE9E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4CAE5A8-AEEF-49FA-94E2-A43717631DFF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4C1D3A04-6772-434B-ABD3-9D996EE42475}">
      <dgm:prSet phldrT="[Text]" custT="1"/>
      <dgm:spPr>
        <a:solidFill>
          <a:schemeClr val="accent3">
            <a:lumMod val="60000"/>
            <a:lumOff val="4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tx1"/>
              </a:solidFill>
            </a:rPr>
            <a:t>Introducción</a:t>
          </a:r>
        </a:p>
      </dgm:t>
    </dgm:pt>
    <dgm:pt modelId="{E8186680-9E8A-486C-AD65-5030C728D023}" type="parTrans" cxnId="{F981CBAB-ED40-4A26-A27F-DA325F4C6107}">
      <dgm:prSet/>
      <dgm:spPr/>
      <dgm:t>
        <a:bodyPr/>
        <a:lstStyle/>
        <a:p>
          <a:endParaRPr lang="en-US" sz="1400"/>
        </a:p>
      </dgm:t>
    </dgm:pt>
    <dgm:pt modelId="{AA307E74-CB02-47EE-8F0C-49BFA2D738F9}" type="sibTrans" cxnId="{F981CBAB-ED40-4A26-A27F-DA325F4C6107}">
      <dgm:prSet/>
      <dgm:spPr/>
      <dgm:t>
        <a:bodyPr/>
        <a:lstStyle/>
        <a:p>
          <a:endParaRPr lang="en-US" sz="1400"/>
        </a:p>
      </dgm:t>
    </dgm:pt>
    <dgm:pt modelId="{1699E284-74D5-4CFA-9A6C-C5786B3A3EDF}">
      <dgm:prSet phldrT="[Text]" custT="1"/>
      <dgm:spPr>
        <a:solidFill>
          <a:schemeClr val="accent6">
            <a:lumMod val="20000"/>
            <a:lumOff val="8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accent5">
                  <a:lumMod val="60000"/>
                  <a:lumOff val="40000"/>
                </a:schemeClr>
              </a:solidFill>
            </a:rPr>
            <a:t>Metodología</a:t>
          </a:r>
        </a:p>
      </dgm:t>
    </dgm:pt>
    <dgm:pt modelId="{218CEB4E-3C40-4B32-A406-15F50D267886}" type="parTrans" cxnId="{73F41977-F5EE-4BBC-836B-D77308F722F5}">
      <dgm:prSet/>
      <dgm:spPr/>
      <dgm:t>
        <a:bodyPr/>
        <a:lstStyle/>
        <a:p>
          <a:endParaRPr lang="en-US" sz="1400"/>
        </a:p>
      </dgm:t>
    </dgm:pt>
    <dgm:pt modelId="{FF9098AB-C328-445C-81FC-F4F779C1C3C0}" type="sibTrans" cxnId="{73F41977-F5EE-4BBC-836B-D77308F722F5}">
      <dgm:prSet/>
      <dgm:spPr/>
      <dgm:t>
        <a:bodyPr/>
        <a:lstStyle/>
        <a:p>
          <a:endParaRPr lang="en-US" sz="1400"/>
        </a:p>
      </dgm:t>
    </dgm:pt>
    <dgm:pt modelId="{FB6D3C1D-DA7E-4FE1-8C7B-3B1EAEDAB6E3}">
      <dgm:prSet phldrT="[Text]" custT="1"/>
      <dgm:spPr>
        <a:solidFill>
          <a:schemeClr val="accent6">
            <a:lumMod val="20000"/>
            <a:lumOff val="8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accent5">
                  <a:lumMod val="60000"/>
                  <a:lumOff val="40000"/>
                </a:schemeClr>
              </a:solidFill>
            </a:rPr>
            <a:t>Resultados</a:t>
          </a:r>
        </a:p>
      </dgm:t>
    </dgm:pt>
    <dgm:pt modelId="{0CEA7859-A880-4923-B8CD-2F8C3841E4E5}" type="parTrans" cxnId="{C64A8678-096E-4DF2-ABCA-B6DD97FEE4C5}">
      <dgm:prSet/>
      <dgm:spPr/>
      <dgm:t>
        <a:bodyPr/>
        <a:lstStyle/>
        <a:p>
          <a:endParaRPr lang="en-US" sz="1400"/>
        </a:p>
      </dgm:t>
    </dgm:pt>
    <dgm:pt modelId="{5EFA851D-DC4F-4342-9FEA-E0E173DA5402}" type="sibTrans" cxnId="{C64A8678-096E-4DF2-ABCA-B6DD97FEE4C5}">
      <dgm:prSet/>
      <dgm:spPr/>
      <dgm:t>
        <a:bodyPr/>
        <a:lstStyle/>
        <a:p>
          <a:endParaRPr lang="en-US" sz="1400"/>
        </a:p>
      </dgm:t>
    </dgm:pt>
    <dgm:pt modelId="{BB08484F-DE85-4026-ABA5-050FA029454A}">
      <dgm:prSet phldrT="[Text]" custT="1"/>
      <dgm:spPr>
        <a:solidFill>
          <a:schemeClr val="accent6">
            <a:lumMod val="20000"/>
            <a:lumOff val="8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accent5">
                  <a:lumMod val="60000"/>
                  <a:lumOff val="40000"/>
                </a:schemeClr>
              </a:solidFill>
            </a:rPr>
            <a:t>Discusión</a:t>
          </a:r>
        </a:p>
      </dgm:t>
    </dgm:pt>
    <dgm:pt modelId="{275C28E1-66D4-46BA-9E8F-A29C2D8126C0}" type="parTrans" cxnId="{27D9C115-0304-480E-AF5C-0F7F92A67676}">
      <dgm:prSet/>
      <dgm:spPr/>
      <dgm:t>
        <a:bodyPr/>
        <a:lstStyle/>
        <a:p>
          <a:endParaRPr lang="en-US" sz="1400"/>
        </a:p>
      </dgm:t>
    </dgm:pt>
    <dgm:pt modelId="{81EB3D4E-43B3-46AF-AD32-AEA86105323D}" type="sibTrans" cxnId="{27D9C115-0304-480E-AF5C-0F7F92A67676}">
      <dgm:prSet/>
      <dgm:spPr/>
      <dgm:t>
        <a:bodyPr/>
        <a:lstStyle/>
        <a:p>
          <a:endParaRPr lang="en-US" sz="1400"/>
        </a:p>
      </dgm:t>
    </dgm:pt>
    <dgm:pt modelId="{76E2BD61-632F-4DCC-8011-9F8A2B2ED7F2}">
      <dgm:prSet custT="1"/>
      <dgm:spPr>
        <a:solidFill>
          <a:schemeClr val="accent6">
            <a:lumMod val="20000"/>
            <a:lumOff val="8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accent5">
                  <a:lumMod val="60000"/>
                  <a:lumOff val="40000"/>
                </a:schemeClr>
              </a:solidFill>
            </a:rPr>
            <a:t>Conclusiones</a:t>
          </a:r>
        </a:p>
      </dgm:t>
    </dgm:pt>
    <dgm:pt modelId="{A0C6FB14-A513-446A-8B6F-408CDA1E0BC0}" type="parTrans" cxnId="{2768130A-C9F2-4E87-9025-3921F25E68A3}">
      <dgm:prSet/>
      <dgm:spPr/>
      <dgm:t>
        <a:bodyPr/>
        <a:lstStyle/>
        <a:p>
          <a:endParaRPr lang="en-US" sz="1400"/>
        </a:p>
      </dgm:t>
    </dgm:pt>
    <dgm:pt modelId="{B416EFA4-A10C-4CAE-B96C-D94EF06FD320}" type="sibTrans" cxnId="{2768130A-C9F2-4E87-9025-3921F25E68A3}">
      <dgm:prSet/>
      <dgm:spPr/>
      <dgm:t>
        <a:bodyPr/>
        <a:lstStyle/>
        <a:p>
          <a:endParaRPr lang="en-US" sz="1400"/>
        </a:p>
      </dgm:t>
    </dgm:pt>
    <dgm:pt modelId="{5538D79C-CDBA-4FEE-92EB-C26F9A8CD16A}" type="pres">
      <dgm:prSet presAssocID="{A4CAE5A8-AEEF-49FA-94E2-A43717631DFF}" presName="Name0" presStyleCnt="0">
        <dgm:presLayoutVars>
          <dgm:dir/>
          <dgm:animLvl val="lvl"/>
          <dgm:resizeHandles val="exact"/>
        </dgm:presLayoutVars>
      </dgm:prSet>
      <dgm:spPr/>
    </dgm:pt>
    <dgm:pt modelId="{9E4B01F8-C2A8-4556-87FF-C1BB9086ED3D}" type="pres">
      <dgm:prSet presAssocID="{4C1D3A04-6772-434B-ABD3-9D996EE42475}" presName="parTxOnly" presStyleLbl="node1" presStyleIdx="0" presStyleCnt="5" custScaleX="115170" custLinFactNeighborX="7189">
        <dgm:presLayoutVars>
          <dgm:chMax val="0"/>
          <dgm:chPref val="0"/>
          <dgm:bulletEnabled val="1"/>
        </dgm:presLayoutVars>
      </dgm:prSet>
      <dgm:spPr/>
    </dgm:pt>
    <dgm:pt modelId="{B9921F70-4117-42D9-AFA9-8869792C4583}" type="pres">
      <dgm:prSet presAssocID="{AA307E74-CB02-47EE-8F0C-49BFA2D738F9}" presName="parTxOnlySpace" presStyleCnt="0"/>
      <dgm:spPr/>
    </dgm:pt>
    <dgm:pt modelId="{8340CC42-D928-499B-BA74-B4985A1E7C9E}" type="pres">
      <dgm:prSet presAssocID="{1699E284-74D5-4CFA-9A6C-C5786B3A3EDF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BCCA8ABA-4005-4611-8D66-391F9315FC54}" type="pres">
      <dgm:prSet presAssocID="{FF9098AB-C328-445C-81FC-F4F779C1C3C0}" presName="parTxOnlySpace" presStyleCnt="0"/>
      <dgm:spPr/>
    </dgm:pt>
    <dgm:pt modelId="{C9F3559A-BC51-465B-8AA2-66A3DCA322B7}" type="pres">
      <dgm:prSet presAssocID="{FB6D3C1D-DA7E-4FE1-8C7B-3B1EAEDAB6E3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E49F4D87-FA2E-4107-A8BF-74D8F6789155}" type="pres">
      <dgm:prSet presAssocID="{5EFA851D-DC4F-4342-9FEA-E0E173DA5402}" presName="parTxOnlySpace" presStyleCnt="0"/>
      <dgm:spPr/>
    </dgm:pt>
    <dgm:pt modelId="{A940B3B7-CB92-4383-A5B7-88659BAA24F1}" type="pres">
      <dgm:prSet presAssocID="{BB08484F-DE85-4026-ABA5-050FA029454A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185B226E-0BF3-46F9-A8D8-9BF5506A1707}" type="pres">
      <dgm:prSet presAssocID="{81EB3D4E-43B3-46AF-AD32-AEA86105323D}" presName="parTxOnlySpace" presStyleCnt="0"/>
      <dgm:spPr/>
    </dgm:pt>
    <dgm:pt modelId="{7349404C-35C2-49C0-BBE9-7444F68DEE9E}" type="pres">
      <dgm:prSet presAssocID="{76E2BD61-632F-4DCC-8011-9F8A2B2ED7F2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2768130A-C9F2-4E87-9025-3921F25E68A3}" srcId="{A4CAE5A8-AEEF-49FA-94E2-A43717631DFF}" destId="{76E2BD61-632F-4DCC-8011-9F8A2B2ED7F2}" srcOrd="4" destOrd="0" parTransId="{A0C6FB14-A513-446A-8B6F-408CDA1E0BC0}" sibTransId="{B416EFA4-A10C-4CAE-B96C-D94EF06FD320}"/>
    <dgm:cxn modelId="{27D9C115-0304-480E-AF5C-0F7F92A67676}" srcId="{A4CAE5A8-AEEF-49FA-94E2-A43717631DFF}" destId="{BB08484F-DE85-4026-ABA5-050FA029454A}" srcOrd="3" destOrd="0" parTransId="{275C28E1-66D4-46BA-9E8F-A29C2D8126C0}" sibTransId="{81EB3D4E-43B3-46AF-AD32-AEA86105323D}"/>
    <dgm:cxn modelId="{F033BB6E-07D7-421B-9E58-106BAC789CBD}" type="presOf" srcId="{1699E284-74D5-4CFA-9A6C-C5786B3A3EDF}" destId="{8340CC42-D928-499B-BA74-B4985A1E7C9E}" srcOrd="0" destOrd="0" presId="urn:microsoft.com/office/officeart/2005/8/layout/chevron1"/>
    <dgm:cxn modelId="{73F41977-F5EE-4BBC-836B-D77308F722F5}" srcId="{A4CAE5A8-AEEF-49FA-94E2-A43717631DFF}" destId="{1699E284-74D5-4CFA-9A6C-C5786B3A3EDF}" srcOrd="1" destOrd="0" parTransId="{218CEB4E-3C40-4B32-A406-15F50D267886}" sibTransId="{FF9098AB-C328-445C-81FC-F4F779C1C3C0}"/>
    <dgm:cxn modelId="{C64A8678-096E-4DF2-ABCA-B6DD97FEE4C5}" srcId="{A4CAE5A8-AEEF-49FA-94E2-A43717631DFF}" destId="{FB6D3C1D-DA7E-4FE1-8C7B-3B1EAEDAB6E3}" srcOrd="2" destOrd="0" parTransId="{0CEA7859-A880-4923-B8CD-2F8C3841E4E5}" sibTransId="{5EFA851D-DC4F-4342-9FEA-E0E173DA5402}"/>
    <dgm:cxn modelId="{ACBEAF87-5CE4-4BFC-ABDD-B7A000D59F11}" type="presOf" srcId="{FB6D3C1D-DA7E-4FE1-8C7B-3B1EAEDAB6E3}" destId="{C9F3559A-BC51-465B-8AA2-66A3DCA322B7}" srcOrd="0" destOrd="0" presId="urn:microsoft.com/office/officeart/2005/8/layout/chevron1"/>
    <dgm:cxn modelId="{163751A7-3FC2-4A3A-A447-2F804C15B1DC}" type="presOf" srcId="{76E2BD61-632F-4DCC-8011-9F8A2B2ED7F2}" destId="{7349404C-35C2-49C0-BBE9-7444F68DEE9E}" srcOrd="0" destOrd="0" presId="urn:microsoft.com/office/officeart/2005/8/layout/chevron1"/>
    <dgm:cxn modelId="{F981CBAB-ED40-4A26-A27F-DA325F4C6107}" srcId="{A4CAE5A8-AEEF-49FA-94E2-A43717631DFF}" destId="{4C1D3A04-6772-434B-ABD3-9D996EE42475}" srcOrd="0" destOrd="0" parTransId="{E8186680-9E8A-486C-AD65-5030C728D023}" sibTransId="{AA307E74-CB02-47EE-8F0C-49BFA2D738F9}"/>
    <dgm:cxn modelId="{104ED3AE-0F58-40D8-AF99-66E6D707C1CE}" type="presOf" srcId="{BB08484F-DE85-4026-ABA5-050FA029454A}" destId="{A940B3B7-CB92-4383-A5B7-88659BAA24F1}" srcOrd="0" destOrd="0" presId="urn:microsoft.com/office/officeart/2005/8/layout/chevron1"/>
    <dgm:cxn modelId="{E725F6C0-EFB9-43C6-858E-FE4AA0A00CCA}" type="presOf" srcId="{A4CAE5A8-AEEF-49FA-94E2-A43717631DFF}" destId="{5538D79C-CDBA-4FEE-92EB-C26F9A8CD16A}" srcOrd="0" destOrd="0" presId="urn:microsoft.com/office/officeart/2005/8/layout/chevron1"/>
    <dgm:cxn modelId="{844C89C9-3B87-4117-8E7F-91226893FA18}" type="presOf" srcId="{4C1D3A04-6772-434B-ABD3-9D996EE42475}" destId="{9E4B01F8-C2A8-4556-87FF-C1BB9086ED3D}" srcOrd="0" destOrd="0" presId="urn:microsoft.com/office/officeart/2005/8/layout/chevron1"/>
    <dgm:cxn modelId="{F4C08D2B-513D-4FC7-A9D4-F21160EFC52D}" type="presParOf" srcId="{5538D79C-CDBA-4FEE-92EB-C26F9A8CD16A}" destId="{9E4B01F8-C2A8-4556-87FF-C1BB9086ED3D}" srcOrd="0" destOrd="0" presId="urn:microsoft.com/office/officeart/2005/8/layout/chevron1"/>
    <dgm:cxn modelId="{51F49FC3-FC8B-41D5-BF20-F9332AD9F417}" type="presParOf" srcId="{5538D79C-CDBA-4FEE-92EB-C26F9A8CD16A}" destId="{B9921F70-4117-42D9-AFA9-8869792C4583}" srcOrd="1" destOrd="0" presId="urn:microsoft.com/office/officeart/2005/8/layout/chevron1"/>
    <dgm:cxn modelId="{495AB8D3-0DD4-4EEB-A949-E395F2663A39}" type="presParOf" srcId="{5538D79C-CDBA-4FEE-92EB-C26F9A8CD16A}" destId="{8340CC42-D928-499B-BA74-B4985A1E7C9E}" srcOrd="2" destOrd="0" presId="urn:microsoft.com/office/officeart/2005/8/layout/chevron1"/>
    <dgm:cxn modelId="{A392C899-162E-405E-873A-8217B1C297EB}" type="presParOf" srcId="{5538D79C-CDBA-4FEE-92EB-C26F9A8CD16A}" destId="{BCCA8ABA-4005-4611-8D66-391F9315FC54}" srcOrd="3" destOrd="0" presId="urn:microsoft.com/office/officeart/2005/8/layout/chevron1"/>
    <dgm:cxn modelId="{048C6A3D-EF08-415C-AF90-CE1EA2870AC3}" type="presParOf" srcId="{5538D79C-CDBA-4FEE-92EB-C26F9A8CD16A}" destId="{C9F3559A-BC51-465B-8AA2-66A3DCA322B7}" srcOrd="4" destOrd="0" presId="urn:microsoft.com/office/officeart/2005/8/layout/chevron1"/>
    <dgm:cxn modelId="{A19CA3AC-F72C-429E-81D1-F867546A42DB}" type="presParOf" srcId="{5538D79C-CDBA-4FEE-92EB-C26F9A8CD16A}" destId="{E49F4D87-FA2E-4107-A8BF-74D8F6789155}" srcOrd="5" destOrd="0" presId="urn:microsoft.com/office/officeart/2005/8/layout/chevron1"/>
    <dgm:cxn modelId="{FC07E845-355E-4EFF-A6F9-205505759733}" type="presParOf" srcId="{5538D79C-CDBA-4FEE-92EB-C26F9A8CD16A}" destId="{A940B3B7-CB92-4383-A5B7-88659BAA24F1}" srcOrd="6" destOrd="0" presId="urn:microsoft.com/office/officeart/2005/8/layout/chevron1"/>
    <dgm:cxn modelId="{AF594D62-DC75-47E5-8F9E-8C89F0ACFD34}" type="presParOf" srcId="{5538D79C-CDBA-4FEE-92EB-C26F9A8CD16A}" destId="{185B226E-0BF3-46F9-A8D8-9BF5506A1707}" srcOrd="7" destOrd="0" presId="urn:microsoft.com/office/officeart/2005/8/layout/chevron1"/>
    <dgm:cxn modelId="{6CE2D71C-5139-4D23-B797-1291257CAF6B}" type="presParOf" srcId="{5538D79C-CDBA-4FEE-92EB-C26F9A8CD16A}" destId="{7349404C-35C2-49C0-BBE9-7444F68DEE9E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4CAE5A8-AEEF-49FA-94E2-A43717631DFF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4C1D3A04-6772-434B-ABD3-9D996EE42475}">
      <dgm:prSet phldrT="[Text]" custT="1"/>
      <dgm:spPr>
        <a:solidFill>
          <a:schemeClr val="accent3">
            <a:lumMod val="60000"/>
            <a:lumOff val="4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tx1"/>
              </a:solidFill>
            </a:rPr>
            <a:t>Introducción</a:t>
          </a:r>
        </a:p>
      </dgm:t>
    </dgm:pt>
    <dgm:pt modelId="{E8186680-9E8A-486C-AD65-5030C728D023}" type="parTrans" cxnId="{F981CBAB-ED40-4A26-A27F-DA325F4C6107}">
      <dgm:prSet/>
      <dgm:spPr/>
      <dgm:t>
        <a:bodyPr/>
        <a:lstStyle/>
        <a:p>
          <a:endParaRPr lang="en-US" sz="1400"/>
        </a:p>
      </dgm:t>
    </dgm:pt>
    <dgm:pt modelId="{AA307E74-CB02-47EE-8F0C-49BFA2D738F9}" type="sibTrans" cxnId="{F981CBAB-ED40-4A26-A27F-DA325F4C6107}">
      <dgm:prSet/>
      <dgm:spPr/>
      <dgm:t>
        <a:bodyPr/>
        <a:lstStyle/>
        <a:p>
          <a:endParaRPr lang="en-US" sz="1400"/>
        </a:p>
      </dgm:t>
    </dgm:pt>
    <dgm:pt modelId="{1699E284-74D5-4CFA-9A6C-C5786B3A3EDF}">
      <dgm:prSet phldrT="[Text]" custT="1"/>
      <dgm:spPr>
        <a:solidFill>
          <a:schemeClr val="accent6">
            <a:lumMod val="20000"/>
            <a:lumOff val="8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accent5">
                  <a:lumMod val="60000"/>
                  <a:lumOff val="40000"/>
                </a:schemeClr>
              </a:solidFill>
            </a:rPr>
            <a:t>Metodología</a:t>
          </a:r>
        </a:p>
      </dgm:t>
    </dgm:pt>
    <dgm:pt modelId="{218CEB4E-3C40-4B32-A406-15F50D267886}" type="parTrans" cxnId="{73F41977-F5EE-4BBC-836B-D77308F722F5}">
      <dgm:prSet/>
      <dgm:spPr/>
      <dgm:t>
        <a:bodyPr/>
        <a:lstStyle/>
        <a:p>
          <a:endParaRPr lang="en-US" sz="1400"/>
        </a:p>
      </dgm:t>
    </dgm:pt>
    <dgm:pt modelId="{FF9098AB-C328-445C-81FC-F4F779C1C3C0}" type="sibTrans" cxnId="{73F41977-F5EE-4BBC-836B-D77308F722F5}">
      <dgm:prSet/>
      <dgm:spPr/>
      <dgm:t>
        <a:bodyPr/>
        <a:lstStyle/>
        <a:p>
          <a:endParaRPr lang="en-US" sz="1400"/>
        </a:p>
      </dgm:t>
    </dgm:pt>
    <dgm:pt modelId="{FB6D3C1D-DA7E-4FE1-8C7B-3B1EAEDAB6E3}">
      <dgm:prSet phldrT="[Text]" custT="1"/>
      <dgm:spPr>
        <a:solidFill>
          <a:schemeClr val="accent6">
            <a:lumMod val="20000"/>
            <a:lumOff val="8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accent5">
                  <a:lumMod val="60000"/>
                  <a:lumOff val="40000"/>
                </a:schemeClr>
              </a:solidFill>
            </a:rPr>
            <a:t>Resultados</a:t>
          </a:r>
        </a:p>
      </dgm:t>
    </dgm:pt>
    <dgm:pt modelId="{0CEA7859-A880-4923-B8CD-2F8C3841E4E5}" type="parTrans" cxnId="{C64A8678-096E-4DF2-ABCA-B6DD97FEE4C5}">
      <dgm:prSet/>
      <dgm:spPr/>
      <dgm:t>
        <a:bodyPr/>
        <a:lstStyle/>
        <a:p>
          <a:endParaRPr lang="en-US" sz="1400"/>
        </a:p>
      </dgm:t>
    </dgm:pt>
    <dgm:pt modelId="{5EFA851D-DC4F-4342-9FEA-E0E173DA5402}" type="sibTrans" cxnId="{C64A8678-096E-4DF2-ABCA-B6DD97FEE4C5}">
      <dgm:prSet/>
      <dgm:spPr/>
      <dgm:t>
        <a:bodyPr/>
        <a:lstStyle/>
        <a:p>
          <a:endParaRPr lang="en-US" sz="1400"/>
        </a:p>
      </dgm:t>
    </dgm:pt>
    <dgm:pt modelId="{BB08484F-DE85-4026-ABA5-050FA029454A}">
      <dgm:prSet phldrT="[Text]" custT="1"/>
      <dgm:spPr>
        <a:solidFill>
          <a:schemeClr val="accent6">
            <a:lumMod val="20000"/>
            <a:lumOff val="8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accent5">
                  <a:lumMod val="60000"/>
                  <a:lumOff val="40000"/>
                </a:schemeClr>
              </a:solidFill>
            </a:rPr>
            <a:t>Discusión</a:t>
          </a:r>
        </a:p>
      </dgm:t>
    </dgm:pt>
    <dgm:pt modelId="{275C28E1-66D4-46BA-9E8F-A29C2D8126C0}" type="parTrans" cxnId="{27D9C115-0304-480E-AF5C-0F7F92A67676}">
      <dgm:prSet/>
      <dgm:spPr/>
      <dgm:t>
        <a:bodyPr/>
        <a:lstStyle/>
        <a:p>
          <a:endParaRPr lang="en-US" sz="1400"/>
        </a:p>
      </dgm:t>
    </dgm:pt>
    <dgm:pt modelId="{81EB3D4E-43B3-46AF-AD32-AEA86105323D}" type="sibTrans" cxnId="{27D9C115-0304-480E-AF5C-0F7F92A67676}">
      <dgm:prSet/>
      <dgm:spPr/>
      <dgm:t>
        <a:bodyPr/>
        <a:lstStyle/>
        <a:p>
          <a:endParaRPr lang="en-US" sz="1400"/>
        </a:p>
      </dgm:t>
    </dgm:pt>
    <dgm:pt modelId="{76E2BD61-632F-4DCC-8011-9F8A2B2ED7F2}">
      <dgm:prSet custT="1"/>
      <dgm:spPr>
        <a:solidFill>
          <a:schemeClr val="accent6">
            <a:lumMod val="20000"/>
            <a:lumOff val="8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accent5">
                  <a:lumMod val="60000"/>
                  <a:lumOff val="40000"/>
                </a:schemeClr>
              </a:solidFill>
            </a:rPr>
            <a:t>Conclusiones</a:t>
          </a:r>
        </a:p>
      </dgm:t>
    </dgm:pt>
    <dgm:pt modelId="{A0C6FB14-A513-446A-8B6F-408CDA1E0BC0}" type="parTrans" cxnId="{2768130A-C9F2-4E87-9025-3921F25E68A3}">
      <dgm:prSet/>
      <dgm:spPr/>
      <dgm:t>
        <a:bodyPr/>
        <a:lstStyle/>
        <a:p>
          <a:endParaRPr lang="en-US" sz="1400"/>
        </a:p>
      </dgm:t>
    </dgm:pt>
    <dgm:pt modelId="{B416EFA4-A10C-4CAE-B96C-D94EF06FD320}" type="sibTrans" cxnId="{2768130A-C9F2-4E87-9025-3921F25E68A3}">
      <dgm:prSet/>
      <dgm:spPr/>
      <dgm:t>
        <a:bodyPr/>
        <a:lstStyle/>
        <a:p>
          <a:endParaRPr lang="en-US" sz="1400"/>
        </a:p>
      </dgm:t>
    </dgm:pt>
    <dgm:pt modelId="{5538D79C-CDBA-4FEE-92EB-C26F9A8CD16A}" type="pres">
      <dgm:prSet presAssocID="{A4CAE5A8-AEEF-49FA-94E2-A43717631DFF}" presName="Name0" presStyleCnt="0">
        <dgm:presLayoutVars>
          <dgm:dir/>
          <dgm:animLvl val="lvl"/>
          <dgm:resizeHandles val="exact"/>
        </dgm:presLayoutVars>
      </dgm:prSet>
      <dgm:spPr/>
    </dgm:pt>
    <dgm:pt modelId="{9E4B01F8-C2A8-4556-87FF-C1BB9086ED3D}" type="pres">
      <dgm:prSet presAssocID="{4C1D3A04-6772-434B-ABD3-9D996EE42475}" presName="parTxOnly" presStyleLbl="node1" presStyleIdx="0" presStyleCnt="5" custScaleX="115170" custLinFactNeighborX="7189">
        <dgm:presLayoutVars>
          <dgm:chMax val="0"/>
          <dgm:chPref val="0"/>
          <dgm:bulletEnabled val="1"/>
        </dgm:presLayoutVars>
      </dgm:prSet>
      <dgm:spPr/>
    </dgm:pt>
    <dgm:pt modelId="{B9921F70-4117-42D9-AFA9-8869792C4583}" type="pres">
      <dgm:prSet presAssocID="{AA307E74-CB02-47EE-8F0C-49BFA2D738F9}" presName="parTxOnlySpace" presStyleCnt="0"/>
      <dgm:spPr/>
    </dgm:pt>
    <dgm:pt modelId="{8340CC42-D928-499B-BA74-B4985A1E7C9E}" type="pres">
      <dgm:prSet presAssocID="{1699E284-74D5-4CFA-9A6C-C5786B3A3EDF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BCCA8ABA-4005-4611-8D66-391F9315FC54}" type="pres">
      <dgm:prSet presAssocID="{FF9098AB-C328-445C-81FC-F4F779C1C3C0}" presName="parTxOnlySpace" presStyleCnt="0"/>
      <dgm:spPr/>
    </dgm:pt>
    <dgm:pt modelId="{C9F3559A-BC51-465B-8AA2-66A3DCA322B7}" type="pres">
      <dgm:prSet presAssocID="{FB6D3C1D-DA7E-4FE1-8C7B-3B1EAEDAB6E3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E49F4D87-FA2E-4107-A8BF-74D8F6789155}" type="pres">
      <dgm:prSet presAssocID="{5EFA851D-DC4F-4342-9FEA-E0E173DA5402}" presName="parTxOnlySpace" presStyleCnt="0"/>
      <dgm:spPr/>
    </dgm:pt>
    <dgm:pt modelId="{A940B3B7-CB92-4383-A5B7-88659BAA24F1}" type="pres">
      <dgm:prSet presAssocID="{BB08484F-DE85-4026-ABA5-050FA029454A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185B226E-0BF3-46F9-A8D8-9BF5506A1707}" type="pres">
      <dgm:prSet presAssocID="{81EB3D4E-43B3-46AF-AD32-AEA86105323D}" presName="parTxOnlySpace" presStyleCnt="0"/>
      <dgm:spPr/>
    </dgm:pt>
    <dgm:pt modelId="{7349404C-35C2-49C0-BBE9-7444F68DEE9E}" type="pres">
      <dgm:prSet presAssocID="{76E2BD61-632F-4DCC-8011-9F8A2B2ED7F2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2768130A-C9F2-4E87-9025-3921F25E68A3}" srcId="{A4CAE5A8-AEEF-49FA-94E2-A43717631DFF}" destId="{76E2BD61-632F-4DCC-8011-9F8A2B2ED7F2}" srcOrd="4" destOrd="0" parTransId="{A0C6FB14-A513-446A-8B6F-408CDA1E0BC0}" sibTransId="{B416EFA4-A10C-4CAE-B96C-D94EF06FD320}"/>
    <dgm:cxn modelId="{27D9C115-0304-480E-AF5C-0F7F92A67676}" srcId="{A4CAE5A8-AEEF-49FA-94E2-A43717631DFF}" destId="{BB08484F-DE85-4026-ABA5-050FA029454A}" srcOrd="3" destOrd="0" parTransId="{275C28E1-66D4-46BA-9E8F-A29C2D8126C0}" sibTransId="{81EB3D4E-43B3-46AF-AD32-AEA86105323D}"/>
    <dgm:cxn modelId="{F033BB6E-07D7-421B-9E58-106BAC789CBD}" type="presOf" srcId="{1699E284-74D5-4CFA-9A6C-C5786B3A3EDF}" destId="{8340CC42-D928-499B-BA74-B4985A1E7C9E}" srcOrd="0" destOrd="0" presId="urn:microsoft.com/office/officeart/2005/8/layout/chevron1"/>
    <dgm:cxn modelId="{73F41977-F5EE-4BBC-836B-D77308F722F5}" srcId="{A4CAE5A8-AEEF-49FA-94E2-A43717631DFF}" destId="{1699E284-74D5-4CFA-9A6C-C5786B3A3EDF}" srcOrd="1" destOrd="0" parTransId="{218CEB4E-3C40-4B32-A406-15F50D267886}" sibTransId="{FF9098AB-C328-445C-81FC-F4F779C1C3C0}"/>
    <dgm:cxn modelId="{C64A8678-096E-4DF2-ABCA-B6DD97FEE4C5}" srcId="{A4CAE5A8-AEEF-49FA-94E2-A43717631DFF}" destId="{FB6D3C1D-DA7E-4FE1-8C7B-3B1EAEDAB6E3}" srcOrd="2" destOrd="0" parTransId="{0CEA7859-A880-4923-B8CD-2F8C3841E4E5}" sibTransId="{5EFA851D-DC4F-4342-9FEA-E0E173DA5402}"/>
    <dgm:cxn modelId="{ACBEAF87-5CE4-4BFC-ABDD-B7A000D59F11}" type="presOf" srcId="{FB6D3C1D-DA7E-4FE1-8C7B-3B1EAEDAB6E3}" destId="{C9F3559A-BC51-465B-8AA2-66A3DCA322B7}" srcOrd="0" destOrd="0" presId="urn:microsoft.com/office/officeart/2005/8/layout/chevron1"/>
    <dgm:cxn modelId="{163751A7-3FC2-4A3A-A447-2F804C15B1DC}" type="presOf" srcId="{76E2BD61-632F-4DCC-8011-9F8A2B2ED7F2}" destId="{7349404C-35C2-49C0-BBE9-7444F68DEE9E}" srcOrd="0" destOrd="0" presId="urn:microsoft.com/office/officeart/2005/8/layout/chevron1"/>
    <dgm:cxn modelId="{F981CBAB-ED40-4A26-A27F-DA325F4C6107}" srcId="{A4CAE5A8-AEEF-49FA-94E2-A43717631DFF}" destId="{4C1D3A04-6772-434B-ABD3-9D996EE42475}" srcOrd="0" destOrd="0" parTransId="{E8186680-9E8A-486C-AD65-5030C728D023}" sibTransId="{AA307E74-CB02-47EE-8F0C-49BFA2D738F9}"/>
    <dgm:cxn modelId="{104ED3AE-0F58-40D8-AF99-66E6D707C1CE}" type="presOf" srcId="{BB08484F-DE85-4026-ABA5-050FA029454A}" destId="{A940B3B7-CB92-4383-A5B7-88659BAA24F1}" srcOrd="0" destOrd="0" presId="urn:microsoft.com/office/officeart/2005/8/layout/chevron1"/>
    <dgm:cxn modelId="{E725F6C0-EFB9-43C6-858E-FE4AA0A00CCA}" type="presOf" srcId="{A4CAE5A8-AEEF-49FA-94E2-A43717631DFF}" destId="{5538D79C-CDBA-4FEE-92EB-C26F9A8CD16A}" srcOrd="0" destOrd="0" presId="urn:microsoft.com/office/officeart/2005/8/layout/chevron1"/>
    <dgm:cxn modelId="{844C89C9-3B87-4117-8E7F-91226893FA18}" type="presOf" srcId="{4C1D3A04-6772-434B-ABD3-9D996EE42475}" destId="{9E4B01F8-C2A8-4556-87FF-C1BB9086ED3D}" srcOrd="0" destOrd="0" presId="urn:microsoft.com/office/officeart/2005/8/layout/chevron1"/>
    <dgm:cxn modelId="{F4C08D2B-513D-4FC7-A9D4-F21160EFC52D}" type="presParOf" srcId="{5538D79C-CDBA-4FEE-92EB-C26F9A8CD16A}" destId="{9E4B01F8-C2A8-4556-87FF-C1BB9086ED3D}" srcOrd="0" destOrd="0" presId="urn:microsoft.com/office/officeart/2005/8/layout/chevron1"/>
    <dgm:cxn modelId="{51F49FC3-FC8B-41D5-BF20-F9332AD9F417}" type="presParOf" srcId="{5538D79C-CDBA-4FEE-92EB-C26F9A8CD16A}" destId="{B9921F70-4117-42D9-AFA9-8869792C4583}" srcOrd="1" destOrd="0" presId="urn:microsoft.com/office/officeart/2005/8/layout/chevron1"/>
    <dgm:cxn modelId="{495AB8D3-0DD4-4EEB-A949-E395F2663A39}" type="presParOf" srcId="{5538D79C-CDBA-4FEE-92EB-C26F9A8CD16A}" destId="{8340CC42-D928-499B-BA74-B4985A1E7C9E}" srcOrd="2" destOrd="0" presId="urn:microsoft.com/office/officeart/2005/8/layout/chevron1"/>
    <dgm:cxn modelId="{A392C899-162E-405E-873A-8217B1C297EB}" type="presParOf" srcId="{5538D79C-CDBA-4FEE-92EB-C26F9A8CD16A}" destId="{BCCA8ABA-4005-4611-8D66-391F9315FC54}" srcOrd="3" destOrd="0" presId="urn:microsoft.com/office/officeart/2005/8/layout/chevron1"/>
    <dgm:cxn modelId="{048C6A3D-EF08-415C-AF90-CE1EA2870AC3}" type="presParOf" srcId="{5538D79C-CDBA-4FEE-92EB-C26F9A8CD16A}" destId="{C9F3559A-BC51-465B-8AA2-66A3DCA322B7}" srcOrd="4" destOrd="0" presId="urn:microsoft.com/office/officeart/2005/8/layout/chevron1"/>
    <dgm:cxn modelId="{A19CA3AC-F72C-429E-81D1-F867546A42DB}" type="presParOf" srcId="{5538D79C-CDBA-4FEE-92EB-C26F9A8CD16A}" destId="{E49F4D87-FA2E-4107-A8BF-74D8F6789155}" srcOrd="5" destOrd="0" presId="urn:microsoft.com/office/officeart/2005/8/layout/chevron1"/>
    <dgm:cxn modelId="{FC07E845-355E-4EFF-A6F9-205505759733}" type="presParOf" srcId="{5538D79C-CDBA-4FEE-92EB-C26F9A8CD16A}" destId="{A940B3B7-CB92-4383-A5B7-88659BAA24F1}" srcOrd="6" destOrd="0" presId="urn:microsoft.com/office/officeart/2005/8/layout/chevron1"/>
    <dgm:cxn modelId="{AF594D62-DC75-47E5-8F9E-8C89F0ACFD34}" type="presParOf" srcId="{5538D79C-CDBA-4FEE-92EB-C26F9A8CD16A}" destId="{185B226E-0BF3-46F9-A8D8-9BF5506A1707}" srcOrd="7" destOrd="0" presId="urn:microsoft.com/office/officeart/2005/8/layout/chevron1"/>
    <dgm:cxn modelId="{6CE2D71C-5139-4D23-B797-1291257CAF6B}" type="presParOf" srcId="{5538D79C-CDBA-4FEE-92EB-C26F9A8CD16A}" destId="{7349404C-35C2-49C0-BBE9-7444F68DEE9E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4CAE5A8-AEEF-49FA-94E2-A43717631DFF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4C1D3A04-6772-434B-ABD3-9D996EE42475}">
      <dgm:prSet phldrT="[Text]" custT="1"/>
      <dgm:spPr>
        <a:solidFill>
          <a:schemeClr val="accent5">
            <a:lumMod val="20000"/>
            <a:lumOff val="8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accent5">
                  <a:lumMod val="60000"/>
                  <a:lumOff val="40000"/>
                </a:schemeClr>
              </a:solidFill>
            </a:rPr>
            <a:t>Introducción</a:t>
          </a:r>
        </a:p>
      </dgm:t>
    </dgm:pt>
    <dgm:pt modelId="{E8186680-9E8A-486C-AD65-5030C728D023}" type="parTrans" cxnId="{F981CBAB-ED40-4A26-A27F-DA325F4C6107}">
      <dgm:prSet/>
      <dgm:spPr/>
      <dgm:t>
        <a:bodyPr/>
        <a:lstStyle/>
        <a:p>
          <a:endParaRPr lang="en-US" sz="1400"/>
        </a:p>
      </dgm:t>
    </dgm:pt>
    <dgm:pt modelId="{AA307E74-CB02-47EE-8F0C-49BFA2D738F9}" type="sibTrans" cxnId="{F981CBAB-ED40-4A26-A27F-DA325F4C6107}">
      <dgm:prSet/>
      <dgm:spPr/>
      <dgm:t>
        <a:bodyPr/>
        <a:lstStyle/>
        <a:p>
          <a:endParaRPr lang="en-US" sz="1400"/>
        </a:p>
      </dgm:t>
    </dgm:pt>
    <dgm:pt modelId="{1699E284-74D5-4CFA-9A6C-C5786B3A3EDF}">
      <dgm:prSet phldrT="[Text]" custT="1"/>
      <dgm:spPr>
        <a:solidFill>
          <a:schemeClr val="accent3">
            <a:lumMod val="60000"/>
            <a:lumOff val="4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tx1"/>
              </a:solidFill>
            </a:rPr>
            <a:t>Metodología</a:t>
          </a:r>
        </a:p>
      </dgm:t>
    </dgm:pt>
    <dgm:pt modelId="{218CEB4E-3C40-4B32-A406-15F50D267886}" type="parTrans" cxnId="{73F41977-F5EE-4BBC-836B-D77308F722F5}">
      <dgm:prSet/>
      <dgm:spPr/>
      <dgm:t>
        <a:bodyPr/>
        <a:lstStyle/>
        <a:p>
          <a:endParaRPr lang="en-US" sz="1400"/>
        </a:p>
      </dgm:t>
    </dgm:pt>
    <dgm:pt modelId="{FF9098AB-C328-445C-81FC-F4F779C1C3C0}" type="sibTrans" cxnId="{73F41977-F5EE-4BBC-836B-D77308F722F5}">
      <dgm:prSet/>
      <dgm:spPr/>
      <dgm:t>
        <a:bodyPr/>
        <a:lstStyle/>
        <a:p>
          <a:endParaRPr lang="en-US" sz="1400"/>
        </a:p>
      </dgm:t>
    </dgm:pt>
    <dgm:pt modelId="{FB6D3C1D-DA7E-4FE1-8C7B-3B1EAEDAB6E3}">
      <dgm:prSet phldrT="[Text]" custT="1"/>
      <dgm:spPr>
        <a:solidFill>
          <a:schemeClr val="accent6">
            <a:lumMod val="20000"/>
            <a:lumOff val="8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accent5">
                  <a:lumMod val="60000"/>
                  <a:lumOff val="40000"/>
                </a:schemeClr>
              </a:solidFill>
            </a:rPr>
            <a:t>Resultados</a:t>
          </a:r>
        </a:p>
      </dgm:t>
    </dgm:pt>
    <dgm:pt modelId="{0CEA7859-A880-4923-B8CD-2F8C3841E4E5}" type="parTrans" cxnId="{C64A8678-096E-4DF2-ABCA-B6DD97FEE4C5}">
      <dgm:prSet/>
      <dgm:spPr/>
      <dgm:t>
        <a:bodyPr/>
        <a:lstStyle/>
        <a:p>
          <a:endParaRPr lang="en-US" sz="1400"/>
        </a:p>
      </dgm:t>
    </dgm:pt>
    <dgm:pt modelId="{5EFA851D-DC4F-4342-9FEA-E0E173DA5402}" type="sibTrans" cxnId="{C64A8678-096E-4DF2-ABCA-B6DD97FEE4C5}">
      <dgm:prSet/>
      <dgm:spPr/>
      <dgm:t>
        <a:bodyPr/>
        <a:lstStyle/>
        <a:p>
          <a:endParaRPr lang="en-US" sz="1400"/>
        </a:p>
      </dgm:t>
    </dgm:pt>
    <dgm:pt modelId="{BB08484F-DE85-4026-ABA5-050FA029454A}">
      <dgm:prSet phldrT="[Text]" custT="1"/>
      <dgm:spPr>
        <a:solidFill>
          <a:schemeClr val="accent6">
            <a:lumMod val="20000"/>
            <a:lumOff val="8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accent5">
                  <a:lumMod val="60000"/>
                  <a:lumOff val="40000"/>
                </a:schemeClr>
              </a:solidFill>
            </a:rPr>
            <a:t>Discusión</a:t>
          </a:r>
        </a:p>
      </dgm:t>
    </dgm:pt>
    <dgm:pt modelId="{275C28E1-66D4-46BA-9E8F-A29C2D8126C0}" type="parTrans" cxnId="{27D9C115-0304-480E-AF5C-0F7F92A67676}">
      <dgm:prSet/>
      <dgm:spPr/>
      <dgm:t>
        <a:bodyPr/>
        <a:lstStyle/>
        <a:p>
          <a:endParaRPr lang="en-US" sz="1400"/>
        </a:p>
      </dgm:t>
    </dgm:pt>
    <dgm:pt modelId="{81EB3D4E-43B3-46AF-AD32-AEA86105323D}" type="sibTrans" cxnId="{27D9C115-0304-480E-AF5C-0F7F92A67676}">
      <dgm:prSet/>
      <dgm:spPr/>
      <dgm:t>
        <a:bodyPr/>
        <a:lstStyle/>
        <a:p>
          <a:endParaRPr lang="en-US" sz="1400"/>
        </a:p>
      </dgm:t>
    </dgm:pt>
    <dgm:pt modelId="{76E2BD61-632F-4DCC-8011-9F8A2B2ED7F2}">
      <dgm:prSet custT="1"/>
      <dgm:spPr>
        <a:solidFill>
          <a:schemeClr val="accent6">
            <a:lumMod val="20000"/>
            <a:lumOff val="8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accent5">
                  <a:lumMod val="60000"/>
                  <a:lumOff val="40000"/>
                </a:schemeClr>
              </a:solidFill>
            </a:rPr>
            <a:t>Conclusiones</a:t>
          </a:r>
        </a:p>
      </dgm:t>
    </dgm:pt>
    <dgm:pt modelId="{A0C6FB14-A513-446A-8B6F-408CDA1E0BC0}" type="parTrans" cxnId="{2768130A-C9F2-4E87-9025-3921F25E68A3}">
      <dgm:prSet/>
      <dgm:spPr/>
      <dgm:t>
        <a:bodyPr/>
        <a:lstStyle/>
        <a:p>
          <a:endParaRPr lang="en-US" sz="1400"/>
        </a:p>
      </dgm:t>
    </dgm:pt>
    <dgm:pt modelId="{B416EFA4-A10C-4CAE-B96C-D94EF06FD320}" type="sibTrans" cxnId="{2768130A-C9F2-4E87-9025-3921F25E68A3}">
      <dgm:prSet/>
      <dgm:spPr/>
      <dgm:t>
        <a:bodyPr/>
        <a:lstStyle/>
        <a:p>
          <a:endParaRPr lang="en-US" sz="1400"/>
        </a:p>
      </dgm:t>
    </dgm:pt>
    <dgm:pt modelId="{5538D79C-CDBA-4FEE-92EB-C26F9A8CD16A}" type="pres">
      <dgm:prSet presAssocID="{A4CAE5A8-AEEF-49FA-94E2-A43717631DFF}" presName="Name0" presStyleCnt="0">
        <dgm:presLayoutVars>
          <dgm:dir/>
          <dgm:animLvl val="lvl"/>
          <dgm:resizeHandles val="exact"/>
        </dgm:presLayoutVars>
      </dgm:prSet>
      <dgm:spPr/>
    </dgm:pt>
    <dgm:pt modelId="{9E4B01F8-C2A8-4556-87FF-C1BB9086ED3D}" type="pres">
      <dgm:prSet presAssocID="{4C1D3A04-6772-434B-ABD3-9D996EE42475}" presName="parTxOnly" presStyleLbl="node1" presStyleIdx="0" presStyleCnt="5" custScaleX="115170" custLinFactNeighborX="7189">
        <dgm:presLayoutVars>
          <dgm:chMax val="0"/>
          <dgm:chPref val="0"/>
          <dgm:bulletEnabled val="1"/>
        </dgm:presLayoutVars>
      </dgm:prSet>
      <dgm:spPr/>
    </dgm:pt>
    <dgm:pt modelId="{B9921F70-4117-42D9-AFA9-8869792C4583}" type="pres">
      <dgm:prSet presAssocID="{AA307E74-CB02-47EE-8F0C-49BFA2D738F9}" presName="parTxOnlySpace" presStyleCnt="0"/>
      <dgm:spPr/>
    </dgm:pt>
    <dgm:pt modelId="{8340CC42-D928-499B-BA74-B4985A1E7C9E}" type="pres">
      <dgm:prSet presAssocID="{1699E284-74D5-4CFA-9A6C-C5786B3A3EDF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BCCA8ABA-4005-4611-8D66-391F9315FC54}" type="pres">
      <dgm:prSet presAssocID="{FF9098AB-C328-445C-81FC-F4F779C1C3C0}" presName="parTxOnlySpace" presStyleCnt="0"/>
      <dgm:spPr/>
    </dgm:pt>
    <dgm:pt modelId="{C9F3559A-BC51-465B-8AA2-66A3DCA322B7}" type="pres">
      <dgm:prSet presAssocID="{FB6D3C1D-DA7E-4FE1-8C7B-3B1EAEDAB6E3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E49F4D87-FA2E-4107-A8BF-74D8F6789155}" type="pres">
      <dgm:prSet presAssocID="{5EFA851D-DC4F-4342-9FEA-E0E173DA5402}" presName="parTxOnlySpace" presStyleCnt="0"/>
      <dgm:spPr/>
    </dgm:pt>
    <dgm:pt modelId="{A940B3B7-CB92-4383-A5B7-88659BAA24F1}" type="pres">
      <dgm:prSet presAssocID="{BB08484F-DE85-4026-ABA5-050FA029454A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185B226E-0BF3-46F9-A8D8-9BF5506A1707}" type="pres">
      <dgm:prSet presAssocID="{81EB3D4E-43B3-46AF-AD32-AEA86105323D}" presName="parTxOnlySpace" presStyleCnt="0"/>
      <dgm:spPr/>
    </dgm:pt>
    <dgm:pt modelId="{7349404C-35C2-49C0-BBE9-7444F68DEE9E}" type="pres">
      <dgm:prSet presAssocID="{76E2BD61-632F-4DCC-8011-9F8A2B2ED7F2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2768130A-C9F2-4E87-9025-3921F25E68A3}" srcId="{A4CAE5A8-AEEF-49FA-94E2-A43717631DFF}" destId="{76E2BD61-632F-4DCC-8011-9F8A2B2ED7F2}" srcOrd="4" destOrd="0" parTransId="{A0C6FB14-A513-446A-8B6F-408CDA1E0BC0}" sibTransId="{B416EFA4-A10C-4CAE-B96C-D94EF06FD320}"/>
    <dgm:cxn modelId="{27D9C115-0304-480E-AF5C-0F7F92A67676}" srcId="{A4CAE5A8-AEEF-49FA-94E2-A43717631DFF}" destId="{BB08484F-DE85-4026-ABA5-050FA029454A}" srcOrd="3" destOrd="0" parTransId="{275C28E1-66D4-46BA-9E8F-A29C2D8126C0}" sibTransId="{81EB3D4E-43B3-46AF-AD32-AEA86105323D}"/>
    <dgm:cxn modelId="{F033BB6E-07D7-421B-9E58-106BAC789CBD}" type="presOf" srcId="{1699E284-74D5-4CFA-9A6C-C5786B3A3EDF}" destId="{8340CC42-D928-499B-BA74-B4985A1E7C9E}" srcOrd="0" destOrd="0" presId="urn:microsoft.com/office/officeart/2005/8/layout/chevron1"/>
    <dgm:cxn modelId="{73F41977-F5EE-4BBC-836B-D77308F722F5}" srcId="{A4CAE5A8-AEEF-49FA-94E2-A43717631DFF}" destId="{1699E284-74D5-4CFA-9A6C-C5786B3A3EDF}" srcOrd="1" destOrd="0" parTransId="{218CEB4E-3C40-4B32-A406-15F50D267886}" sibTransId="{FF9098AB-C328-445C-81FC-F4F779C1C3C0}"/>
    <dgm:cxn modelId="{C64A8678-096E-4DF2-ABCA-B6DD97FEE4C5}" srcId="{A4CAE5A8-AEEF-49FA-94E2-A43717631DFF}" destId="{FB6D3C1D-DA7E-4FE1-8C7B-3B1EAEDAB6E3}" srcOrd="2" destOrd="0" parTransId="{0CEA7859-A880-4923-B8CD-2F8C3841E4E5}" sibTransId="{5EFA851D-DC4F-4342-9FEA-E0E173DA5402}"/>
    <dgm:cxn modelId="{ACBEAF87-5CE4-4BFC-ABDD-B7A000D59F11}" type="presOf" srcId="{FB6D3C1D-DA7E-4FE1-8C7B-3B1EAEDAB6E3}" destId="{C9F3559A-BC51-465B-8AA2-66A3DCA322B7}" srcOrd="0" destOrd="0" presId="urn:microsoft.com/office/officeart/2005/8/layout/chevron1"/>
    <dgm:cxn modelId="{163751A7-3FC2-4A3A-A447-2F804C15B1DC}" type="presOf" srcId="{76E2BD61-632F-4DCC-8011-9F8A2B2ED7F2}" destId="{7349404C-35C2-49C0-BBE9-7444F68DEE9E}" srcOrd="0" destOrd="0" presId="urn:microsoft.com/office/officeart/2005/8/layout/chevron1"/>
    <dgm:cxn modelId="{F981CBAB-ED40-4A26-A27F-DA325F4C6107}" srcId="{A4CAE5A8-AEEF-49FA-94E2-A43717631DFF}" destId="{4C1D3A04-6772-434B-ABD3-9D996EE42475}" srcOrd="0" destOrd="0" parTransId="{E8186680-9E8A-486C-AD65-5030C728D023}" sibTransId="{AA307E74-CB02-47EE-8F0C-49BFA2D738F9}"/>
    <dgm:cxn modelId="{104ED3AE-0F58-40D8-AF99-66E6D707C1CE}" type="presOf" srcId="{BB08484F-DE85-4026-ABA5-050FA029454A}" destId="{A940B3B7-CB92-4383-A5B7-88659BAA24F1}" srcOrd="0" destOrd="0" presId="urn:microsoft.com/office/officeart/2005/8/layout/chevron1"/>
    <dgm:cxn modelId="{E725F6C0-EFB9-43C6-858E-FE4AA0A00CCA}" type="presOf" srcId="{A4CAE5A8-AEEF-49FA-94E2-A43717631DFF}" destId="{5538D79C-CDBA-4FEE-92EB-C26F9A8CD16A}" srcOrd="0" destOrd="0" presId="urn:microsoft.com/office/officeart/2005/8/layout/chevron1"/>
    <dgm:cxn modelId="{844C89C9-3B87-4117-8E7F-91226893FA18}" type="presOf" srcId="{4C1D3A04-6772-434B-ABD3-9D996EE42475}" destId="{9E4B01F8-C2A8-4556-87FF-C1BB9086ED3D}" srcOrd="0" destOrd="0" presId="urn:microsoft.com/office/officeart/2005/8/layout/chevron1"/>
    <dgm:cxn modelId="{F4C08D2B-513D-4FC7-A9D4-F21160EFC52D}" type="presParOf" srcId="{5538D79C-CDBA-4FEE-92EB-C26F9A8CD16A}" destId="{9E4B01F8-C2A8-4556-87FF-C1BB9086ED3D}" srcOrd="0" destOrd="0" presId="urn:microsoft.com/office/officeart/2005/8/layout/chevron1"/>
    <dgm:cxn modelId="{51F49FC3-FC8B-41D5-BF20-F9332AD9F417}" type="presParOf" srcId="{5538D79C-CDBA-4FEE-92EB-C26F9A8CD16A}" destId="{B9921F70-4117-42D9-AFA9-8869792C4583}" srcOrd="1" destOrd="0" presId="urn:microsoft.com/office/officeart/2005/8/layout/chevron1"/>
    <dgm:cxn modelId="{495AB8D3-0DD4-4EEB-A949-E395F2663A39}" type="presParOf" srcId="{5538D79C-CDBA-4FEE-92EB-C26F9A8CD16A}" destId="{8340CC42-D928-499B-BA74-B4985A1E7C9E}" srcOrd="2" destOrd="0" presId="urn:microsoft.com/office/officeart/2005/8/layout/chevron1"/>
    <dgm:cxn modelId="{A392C899-162E-405E-873A-8217B1C297EB}" type="presParOf" srcId="{5538D79C-CDBA-4FEE-92EB-C26F9A8CD16A}" destId="{BCCA8ABA-4005-4611-8D66-391F9315FC54}" srcOrd="3" destOrd="0" presId="urn:microsoft.com/office/officeart/2005/8/layout/chevron1"/>
    <dgm:cxn modelId="{048C6A3D-EF08-415C-AF90-CE1EA2870AC3}" type="presParOf" srcId="{5538D79C-CDBA-4FEE-92EB-C26F9A8CD16A}" destId="{C9F3559A-BC51-465B-8AA2-66A3DCA322B7}" srcOrd="4" destOrd="0" presId="urn:microsoft.com/office/officeart/2005/8/layout/chevron1"/>
    <dgm:cxn modelId="{A19CA3AC-F72C-429E-81D1-F867546A42DB}" type="presParOf" srcId="{5538D79C-CDBA-4FEE-92EB-C26F9A8CD16A}" destId="{E49F4D87-FA2E-4107-A8BF-74D8F6789155}" srcOrd="5" destOrd="0" presId="urn:microsoft.com/office/officeart/2005/8/layout/chevron1"/>
    <dgm:cxn modelId="{FC07E845-355E-4EFF-A6F9-205505759733}" type="presParOf" srcId="{5538D79C-CDBA-4FEE-92EB-C26F9A8CD16A}" destId="{A940B3B7-CB92-4383-A5B7-88659BAA24F1}" srcOrd="6" destOrd="0" presId="urn:microsoft.com/office/officeart/2005/8/layout/chevron1"/>
    <dgm:cxn modelId="{AF594D62-DC75-47E5-8F9E-8C89F0ACFD34}" type="presParOf" srcId="{5538D79C-CDBA-4FEE-92EB-C26F9A8CD16A}" destId="{185B226E-0BF3-46F9-A8D8-9BF5506A1707}" srcOrd="7" destOrd="0" presId="urn:microsoft.com/office/officeart/2005/8/layout/chevron1"/>
    <dgm:cxn modelId="{6CE2D71C-5139-4D23-B797-1291257CAF6B}" type="presParOf" srcId="{5538D79C-CDBA-4FEE-92EB-C26F9A8CD16A}" destId="{7349404C-35C2-49C0-BBE9-7444F68DEE9E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4CAE5A8-AEEF-49FA-94E2-A43717631DFF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4C1D3A04-6772-434B-ABD3-9D996EE42475}">
      <dgm:prSet phldrT="[Text]" custT="1"/>
      <dgm:spPr>
        <a:solidFill>
          <a:schemeClr val="accent3">
            <a:lumMod val="60000"/>
            <a:lumOff val="4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tx1"/>
              </a:solidFill>
            </a:rPr>
            <a:t>Introducción</a:t>
          </a:r>
        </a:p>
      </dgm:t>
    </dgm:pt>
    <dgm:pt modelId="{E8186680-9E8A-486C-AD65-5030C728D023}" type="parTrans" cxnId="{F981CBAB-ED40-4A26-A27F-DA325F4C6107}">
      <dgm:prSet/>
      <dgm:spPr/>
      <dgm:t>
        <a:bodyPr/>
        <a:lstStyle/>
        <a:p>
          <a:endParaRPr lang="en-US" sz="1400"/>
        </a:p>
      </dgm:t>
    </dgm:pt>
    <dgm:pt modelId="{AA307E74-CB02-47EE-8F0C-49BFA2D738F9}" type="sibTrans" cxnId="{F981CBAB-ED40-4A26-A27F-DA325F4C6107}">
      <dgm:prSet/>
      <dgm:spPr/>
      <dgm:t>
        <a:bodyPr/>
        <a:lstStyle/>
        <a:p>
          <a:endParaRPr lang="en-US" sz="1400"/>
        </a:p>
      </dgm:t>
    </dgm:pt>
    <dgm:pt modelId="{1699E284-74D5-4CFA-9A6C-C5786B3A3EDF}">
      <dgm:prSet phldrT="[Text]" custT="1"/>
      <dgm:spPr>
        <a:solidFill>
          <a:schemeClr val="accent6">
            <a:lumMod val="20000"/>
            <a:lumOff val="8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accent5">
                  <a:lumMod val="60000"/>
                  <a:lumOff val="40000"/>
                </a:schemeClr>
              </a:solidFill>
            </a:rPr>
            <a:t>Metodología</a:t>
          </a:r>
        </a:p>
      </dgm:t>
    </dgm:pt>
    <dgm:pt modelId="{218CEB4E-3C40-4B32-A406-15F50D267886}" type="parTrans" cxnId="{73F41977-F5EE-4BBC-836B-D77308F722F5}">
      <dgm:prSet/>
      <dgm:spPr/>
      <dgm:t>
        <a:bodyPr/>
        <a:lstStyle/>
        <a:p>
          <a:endParaRPr lang="en-US" sz="1400"/>
        </a:p>
      </dgm:t>
    </dgm:pt>
    <dgm:pt modelId="{FF9098AB-C328-445C-81FC-F4F779C1C3C0}" type="sibTrans" cxnId="{73F41977-F5EE-4BBC-836B-D77308F722F5}">
      <dgm:prSet/>
      <dgm:spPr/>
      <dgm:t>
        <a:bodyPr/>
        <a:lstStyle/>
        <a:p>
          <a:endParaRPr lang="en-US" sz="1400"/>
        </a:p>
      </dgm:t>
    </dgm:pt>
    <dgm:pt modelId="{FB6D3C1D-DA7E-4FE1-8C7B-3B1EAEDAB6E3}">
      <dgm:prSet phldrT="[Text]" custT="1"/>
      <dgm:spPr>
        <a:solidFill>
          <a:schemeClr val="accent6">
            <a:lumMod val="20000"/>
            <a:lumOff val="8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accent5">
                  <a:lumMod val="60000"/>
                  <a:lumOff val="40000"/>
                </a:schemeClr>
              </a:solidFill>
            </a:rPr>
            <a:t>Resultados</a:t>
          </a:r>
        </a:p>
      </dgm:t>
    </dgm:pt>
    <dgm:pt modelId="{0CEA7859-A880-4923-B8CD-2F8C3841E4E5}" type="parTrans" cxnId="{C64A8678-096E-4DF2-ABCA-B6DD97FEE4C5}">
      <dgm:prSet/>
      <dgm:spPr/>
      <dgm:t>
        <a:bodyPr/>
        <a:lstStyle/>
        <a:p>
          <a:endParaRPr lang="en-US" sz="1400"/>
        </a:p>
      </dgm:t>
    </dgm:pt>
    <dgm:pt modelId="{5EFA851D-DC4F-4342-9FEA-E0E173DA5402}" type="sibTrans" cxnId="{C64A8678-096E-4DF2-ABCA-B6DD97FEE4C5}">
      <dgm:prSet/>
      <dgm:spPr/>
      <dgm:t>
        <a:bodyPr/>
        <a:lstStyle/>
        <a:p>
          <a:endParaRPr lang="en-US" sz="1400"/>
        </a:p>
      </dgm:t>
    </dgm:pt>
    <dgm:pt modelId="{BB08484F-DE85-4026-ABA5-050FA029454A}">
      <dgm:prSet phldrT="[Text]" custT="1"/>
      <dgm:spPr>
        <a:solidFill>
          <a:schemeClr val="accent6">
            <a:lumMod val="20000"/>
            <a:lumOff val="8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accent5">
                  <a:lumMod val="60000"/>
                  <a:lumOff val="40000"/>
                </a:schemeClr>
              </a:solidFill>
            </a:rPr>
            <a:t>Discusión</a:t>
          </a:r>
        </a:p>
      </dgm:t>
    </dgm:pt>
    <dgm:pt modelId="{275C28E1-66D4-46BA-9E8F-A29C2D8126C0}" type="parTrans" cxnId="{27D9C115-0304-480E-AF5C-0F7F92A67676}">
      <dgm:prSet/>
      <dgm:spPr/>
      <dgm:t>
        <a:bodyPr/>
        <a:lstStyle/>
        <a:p>
          <a:endParaRPr lang="en-US" sz="1400"/>
        </a:p>
      </dgm:t>
    </dgm:pt>
    <dgm:pt modelId="{81EB3D4E-43B3-46AF-AD32-AEA86105323D}" type="sibTrans" cxnId="{27D9C115-0304-480E-AF5C-0F7F92A67676}">
      <dgm:prSet/>
      <dgm:spPr/>
      <dgm:t>
        <a:bodyPr/>
        <a:lstStyle/>
        <a:p>
          <a:endParaRPr lang="en-US" sz="1400"/>
        </a:p>
      </dgm:t>
    </dgm:pt>
    <dgm:pt modelId="{76E2BD61-632F-4DCC-8011-9F8A2B2ED7F2}">
      <dgm:prSet custT="1"/>
      <dgm:spPr>
        <a:solidFill>
          <a:schemeClr val="accent6">
            <a:lumMod val="20000"/>
            <a:lumOff val="8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accent5">
                  <a:lumMod val="60000"/>
                  <a:lumOff val="40000"/>
                </a:schemeClr>
              </a:solidFill>
            </a:rPr>
            <a:t>Conclusiones</a:t>
          </a:r>
        </a:p>
      </dgm:t>
    </dgm:pt>
    <dgm:pt modelId="{A0C6FB14-A513-446A-8B6F-408CDA1E0BC0}" type="parTrans" cxnId="{2768130A-C9F2-4E87-9025-3921F25E68A3}">
      <dgm:prSet/>
      <dgm:spPr/>
      <dgm:t>
        <a:bodyPr/>
        <a:lstStyle/>
        <a:p>
          <a:endParaRPr lang="en-US" sz="1400"/>
        </a:p>
      </dgm:t>
    </dgm:pt>
    <dgm:pt modelId="{B416EFA4-A10C-4CAE-B96C-D94EF06FD320}" type="sibTrans" cxnId="{2768130A-C9F2-4E87-9025-3921F25E68A3}">
      <dgm:prSet/>
      <dgm:spPr/>
      <dgm:t>
        <a:bodyPr/>
        <a:lstStyle/>
        <a:p>
          <a:endParaRPr lang="en-US" sz="1400"/>
        </a:p>
      </dgm:t>
    </dgm:pt>
    <dgm:pt modelId="{5538D79C-CDBA-4FEE-92EB-C26F9A8CD16A}" type="pres">
      <dgm:prSet presAssocID="{A4CAE5A8-AEEF-49FA-94E2-A43717631DFF}" presName="Name0" presStyleCnt="0">
        <dgm:presLayoutVars>
          <dgm:dir/>
          <dgm:animLvl val="lvl"/>
          <dgm:resizeHandles val="exact"/>
        </dgm:presLayoutVars>
      </dgm:prSet>
      <dgm:spPr/>
    </dgm:pt>
    <dgm:pt modelId="{9E4B01F8-C2A8-4556-87FF-C1BB9086ED3D}" type="pres">
      <dgm:prSet presAssocID="{4C1D3A04-6772-434B-ABD3-9D996EE42475}" presName="parTxOnly" presStyleLbl="node1" presStyleIdx="0" presStyleCnt="5" custScaleX="115170" custLinFactNeighborX="7189">
        <dgm:presLayoutVars>
          <dgm:chMax val="0"/>
          <dgm:chPref val="0"/>
          <dgm:bulletEnabled val="1"/>
        </dgm:presLayoutVars>
      </dgm:prSet>
      <dgm:spPr/>
    </dgm:pt>
    <dgm:pt modelId="{B9921F70-4117-42D9-AFA9-8869792C4583}" type="pres">
      <dgm:prSet presAssocID="{AA307E74-CB02-47EE-8F0C-49BFA2D738F9}" presName="parTxOnlySpace" presStyleCnt="0"/>
      <dgm:spPr/>
    </dgm:pt>
    <dgm:pt modelId="{8340CC42-D928-499B-BA74-B4985A1E7C9E}" type="pres">
      <dgm:prSet presAssocID="{1699E284-74D5-4CFA-9A6C-C5786B3A3EDF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BCCA8ABA-4005-4611-8D66-391F9315FC54}" type="pres">
      <dgm:prSet presAssocID="{FF9098AB-C328-445C-81FC-F4F779C1C3C0}" presName="parTxOnlySpace" presStyleCnt="0"/>
      <dgm:spPr/>
    </dgm:pt>
    <dgm:pt modelId="{C9F3559A-BC51-465B-8AA2-66A3DCA322B7}" type="pres">
      <dgm:prSet presAssocID="{FB6D3C1D-DA7E-4FE1-8C7B-3B1EAEDAB6E3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E49F4D87-FA2E-4107-A8BF-74D8F6789155}" type="pres">
      <dgm:prSet presAssocID="{5EFA851D-DC4F-4342-9FEA-E0E173DA5402}" presName="parTxOnlySpace" presStyleCnt="0"/>
      <dgm:spPr/>
    </dgm:pt>
    <dgm:pt modelId="{A940B3B7-CB92-4383-A5B7-88659BAA24F1}" type="pres">
      <dgm:prSet presAssocID="{BB08484F-DE85-4026-ABA5-050FA029454A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185B226E-0BF3-46F9-A8D8-9BF5506A1707}" type="pres">
      <dgm:prSet presAssocID="{81EB3D4E-43B3-46AF-AD32-AEA86105323D}" presName="parTxOnlySpace" presStyleCnt="0"/>
      <dgm:spPr/>
    </dgm:pt>
    <dgm:pt modelId="{7349404C-35C2-49C0-BBE9-7444F68DEE9E}" type="pres">
      <dgm:prSet presAssocID="{76E2BD61-632F-4DCC-8011-9F8A2B2ED7F2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2768130A-C9F2-4E87-9025-3921F25E68A3}" srcId="{A4CAE5A8-AEEF-49FA-94E2-A43717631DFF}" destId="{76E2BD61-632F-4DCC-8011-9F8A2B2ED7F2}" srcOrd="4" destOrd="0" parTransId="{A0C6FB14-A513-446A-8B6F-408CDA1E0BC0}" sibTransId="{B416EFA4-A10C-4CAE-B96C-D94EF06FD320}"/>
    <dgm:cxn modelId="{27D9C115-0304-480E-AF5C-0F7F92A67676}" srcId="{A4CAE5A8-AEEF-49FA-94E2-A43717631DFF}" destId="{BB08484F-DE85-4026-ABA5-050FA029454A}" srcOrd="3" destOrd="0" parTransId="{275C28E1-66D4-46BA-9E8F-A29C2D8126C0}" sibTransId="{81EB3D4E-43B3-46AF-AD32-AEA86105323D}"/>
    <dgm:cxn modelId="{F033BB6E-07D7-421B-9E58-106BAC789CBD}" type="presOf" srcId="{1699E284-74D5-4CFA-9A6C-C5786B3A3EDF}" destId="{8340CC42-D928-499B-BA74-B4985A1E7C9E}" srcOrd="0" destOrd="0" presId="urn:microsoft.com/office/officeart/2005/8/layout/chevron1"/>
    <dgm:cxn modelId="{73F41977-F5EE-4BBC-836B-D77308F722F5}" srcId="{A4CAE5A8-AEEF-49FA-94E2-A43717631DFF}" destId="{1699E284-74D5-4CFA-9A6C-C5786B3A3EDF}" srcOrd="1" destOrd="0" parTransId="{218CEB4E-3C40-4B32-A406-15F50D267886}" sibTransId="{FF9098AB-C328-445C-81FC-F4F779C1C3C0}"/>
    <dgm:cxn modelId="{C64A8678-096E-4DF2-ABCA-B6DD97FEE4C5}" srcId="{A4CAE5A8-AEEF-49FA-94E2-A43717631DFF}" destId="{FB6D3C1D-DA7E-4FE1-8C7B-3B1EAEDAB6E3}" srcOrd="2" destOrd="0" parTransId="{0CEA7859-A880-4923-B8CD-2F8C3841E4E5}" sibTransId="{5EFA851D-DC4F-4342-9FEA-E0E173DA5402}"/>
    <dgm:cxn modelId="{ACBEAF87-5CE4-4BFC-ABDD-B7A000D59F11}" type="presOf" srcId="{FB6D3C1D-DA7E-4FE1-8C7B-3B1EAEDAB6E3}" destId="{C9F3559A-BC51-465B-8AA2-66A3DCA322B7}" srcOrd="0" destOrd="0" presId="urn:microsoft.com/office/officeart/2005/8/layout/chevron1"/>
    <dgm:cxn modelId="{163751A7-3FC2-4A3A-A447-2F804C15B1DC}" type="presOf" srcId="{76E2BD61-632F-4DCC-8011-9F8A2B2ED7F2}" destId="{7349404C-35C2-49C0-BBE9-7444F68DEE9E}" srcOrd="0" destOrd="0" presId="urn:microsoft.com/office/officeart/2005/8/layout/chevron1"/>
    <dgm:cxn modelId="{F981CBAB-ED40-4A26-A27F-DA325F4C6107}" srcId="{A4CAE5A8-AEEF-49FA-94E2-A43717631DFF}" destId="{4C1D3A04-6772-434B-ABD3-9D996EE42475}" srcOrd="0" destOrd="0" parTransId="{E8186680-9E8A-486C-AD65-5030C728D023}" sibTransId="{AA307E74-CB02-47EE-8F0C-49BFA2D738F9}"/>
    <dgm:cxn modelId="{104ED3AE-0F58-40D8-AF99-66E6D707C1CE}" type="presOf" srcId="{BB08484F-DE85-4026-ABA5-050FA029454A}" destId="{A940B3B7-CB92-4383-A5B7-88659BAA24F1}" srcOrd="0" destOrd="0" presId="urn:microsoft.com/office/officeart/2005/8/layout/chevron1"/>
    <dgm:cxn modelId="{E725F6C0-EFB9-43C6-858E-FE4AA0A00CCA}" type="presOf" srcId="{A4CAE5A8-AEEF-49FA-94E2-A43717631DFF}" destId="{5538D79C-CDBA-4FEE-92EB-C26F9A8CD16A}" srcOrd="0" destOrd="0" presId="urn:microsoft.com/office/officeart/2005/8/layout/chevron1"/>
    <dgm:cxn modelId="{844C89C9-3B87-4117-8E7F-91226893FA18}" type="presOf" srcId="{4C1D3A04-6772-434B-ABD3-9D996EE42475}" destId="{9E4B01F8-C2A8-4556-87FF-C1BB9086ED3D}" srcOrd="0" destOrd="0" presId="urn:microsoft.com/office/officeart/2005/8/layout/chevron1"/>
    <dgm:cxn modelId="{F4C08D2B-513D-4FC7-A9D4-F21160EFC52D}" type="presParOf" srcId="{5538D79C-CDBA-4FEE-92EB-C26F9A8CD16A}" destId="{9E4B01F8-C2A8-4556-87FF-C1BB9086ED3D}" srcOrd="0" destOrd="0" presId="urn:microsoft.com/office/officeart/2005/8/layout/chevron1"/>
    <dgm:cxn modelId="{51F49FC3-FC8B-41D5-BF20-F9332AD9F417}" type="presParOf" srcId="{5538D79C-CDBA-4FEE-92EB-C26F9A8CD16A}" destId="{B9921F70-4117-42D9-AFA9-8869792C4583}" srcOrd="1" destOrd="0" presId="urn:microsoft.com/office/officeart/2005/8/layout/chevron1"/>
    <dgm:cxn modelId="{495AB8D3-0DD4-4EEB-A949-E395F2663A39}" type="presParOf" srcId="{5538D79C-CDBA-4FEE-92EB-C26F9A8CD16A}" destId="{8340CC42-D928-499B-BA74-B4985A1E7C9E}" srcOrd="2" destOrd="0" presId="urn:microsoft.com/office/officeart/2005/8/layout/chevron1"/>
    <dgm:cxn modelId="{A392C899-162E-405E-873A-8217B1C297EB}" type="presParOf" srcId="{5538D79C-CDBA-4FEE-92EB-C26F9A8CD16A}" destId="{BCCA8ABA-4005-4611-8D66-391F9315FC54}" srcOrd="3" destOrd="0" presId="urn:microsoft.com/office/officeart/2005/8/layout/chevron1"/>
    <dgm:cxn modelId="{048C6A3D-EF08-415C-AF90-CE1EA2870AC3}" type="presParOf" srcId="{5538D79C-CDBA-4FEE-92EB-C26F9A8CD16A}" destId="{C9F3559A-BC51-465B-8AA2-66A3DCA322B7}" srcOrd="4" destOrd="0" presId="urn:microsoft.com/office/officeart/2005/8/layout/chevron1"/>
    <dgm:cxn modelId="{A19CA3AC-F72C-429E-81D1-F867546A42DB}" type="presParOf" srcId="{5538D79C-CDBA-4FEE-92EB-C26F9A8CD16A}" destId="{E49F4D87-FA2E-4107-A8BF-74D8F6789155}" srcOrd="5" destOrd="0" presId="urn:microsoft.com/office/officeart/2005/8/layout/chevron1"/>
    <dgm:cxn modelId="{FC07E845-355E-4EFF-A6F9-205505759733}" type="presParOf" srcId="{5538D79C-CDBA-4FEE-92EB-C26F9A8CD16A}" destId="{A940B3B7-CB92-4383-A5B7-88659BAA24F1}" srcOrd="6" destOrd="0" presId="urn:microsoft.com/office/officeart/2005/8/layout/chevron1"/>
    <dgm:cxn modelId="{AF594D62-DC75-47E5-8F9E-8C89F0ACFD34}" type="presParOf" srcId="{5538D79C-CDBA-4FEE-92EB-C26F9A8CD16A}" destId="{185B226E-0BF3-46F9-A8D8-9BF5506A1707}" srcOrd="7" destOrd="0" presId="urn:microsoft.com/office/officeart/2005/8/layout/chevron1"/>
    <dgm:cxn modelId="{6CE2D71C-5139-4D23-B797-1291257CAF6B}" type="presParOf" srcId="{5538D79C-CDBA-4FEE-92EB-C26F9A8CD16A}" destId="{7349404C-35C2-49C0-BBE9-7444F68DEE9E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4CAE5A8-AEEF-49FA-94E2-A43717631DFF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4C1D3A04-6772-434B-ABD3-9D996EE42475}">
      <dgm:prSet phldrT="[Text]" custT="1"/>
      <dgm:spPr>
        <a:solidFill>
          <a:schemeClr val="accent3">
            <a:lumMod val="60000"/>
            <a:lumOff val="4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tx1"/>
              </a:solidFill>
            </a:rPr>
            <a:t>Introducción</a:t>
          </a:r>
        </a:p>
      </dgm:t>
    </dgm:pt>
    <dgm:pt modelId="{E8186680-9E8A-486C-AD65-5030C728D023}" type="parTrans" cxnId="{F981CBAB-ED40-4A26-A27F-DA325F4C6107}">
      <dgm:prSet/>
      <dgm:spPr/>
      <dgm:t>
        <a:bodyPr/>
        <a:lstStyle/>
        <a:p>
          <a:endParaRPr lang="en-US" sz="1400"/>
        </a:p>
      </dgm:t>
    </dgm:pt>
    <dgm:pt modelId="{AA307E74-CB02-47EE-8F0C-49BFA2D738F9}" type="sibTrans" cxnId="{F981CBAB-ED40-4A26-A27F-DA325F4C6107}">
      <dgm:prSet/>
      <dgm:spPr/>
      <dgm:t>
        <a:bodyPr/>
        <a:lstStyle/>
        <a:p>
          <a:endParaRPr lang="en-US" sz="1400"/>
        </a:p>
      </dgm:t>
    </dgm:pt>
    <dgm:pt modelId="{1699E284-74D5-4CFA-9A6C-C5786B3A3EDF}">
      <dgm:prSet phldrT="[Text]" custT="1"/>
      <dgm:spPr>
        <a:solidFill>
          <a:schemeClr val="accent6">
            <a:lumMod val="20000"/>
            <a:lumOff val="8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accent5">
                  <a:lumMod val="60000"/>
                  <a:lumOff val="40000"/>
                </a:schemeClr>
              </a:solidFill>
            </a:rPr>
            <a:t>Metodología</a:t>
          </a:r>
        </a:p>
      </dgm:t>
    </dgm:pt>
    <dgm:pt modelId="{218CEB4E-3C40-4B32-A406-15F50D267886}" type="parTrans" cxnId="{73F41977-F5EE-4BBC-836B-D77308F722F5}">
      <dgm:prSet/>
      <dgm:spPr/>
      <dgm:t>
        <a:bodyPr/>
        <a:lstStyle/>
        <a:p>
          <a:endParaRPr lang="en-US" sz="1400"/>
        </a:p>
      </dgm:t>
    </dgm:pt>
    <dgm:pt modelId="{FF9098AB-C328-445C-81FC-F4F779C1C3C0}" type="sibTrans" cxnId="{73F41977-F5EE-4BBC-836B-D77308F722F5}">
      <dgm:prSet/>
      <dgm:spPr/>
      <dgm:t>
        <a:bodyPr/>
        <a:lstStyle/>
        <a:p>
          <a:endParaRPr lang="en-US" sz="1400"/>
        </a:p>
      </dgm:t>
    </dgm:pt>
    <dgm:pt modelId="{FB6D3C1D-DA7E-4FE1-8C7B-3B1EAEDAB6E3}">
      <dgm:prSet phldrT="[Text]" custT="1"/>
      <dgm:spPr>
        <a:solidFill>
          <a:schemeClr val="accent6">
            <a:lumMod val="20000"/>
            <a:lumOff val="8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accent5">
                  <a:lumMod val="60000"/>
                  <a:lumOff val="40000"/>
                </a:schemeClr>
              </a:solidFill>
            </a:rPr>
            <a:t>Resultados</a:t>
          </a:r>
        </a:p>
      </dgm:t>
    </dgm:pt>
    <dgm:pt modelId="{0CEA7859-A880-4923-B8CD-2F8C3841E4E5}" type="parTrans" cxnId="{C64A8678-096E-4DF2-ABCA-B6DD97FEE4C5}">
      <dgm:prSet/>
      <dgm:spPr/>
      <dgm:t>
        <a:bodyPr/>
        <a:lstStyle/>
        <a:p>
          <a:endParaRPr lang="en-US" sz="1400"/>
        </a:p>
      </dgm:t>
    </dgm:pt>
    <dgm:pt modelId="{5EFA851D-DC4F-4342-9FEA-E0E173DA5402}" type="sibTrans" cxnId="{C64A8678-096E-4DF2-ABCA-B6DD97FEE4C5}">
      <dgm:prSet/>
      <dgm:spPr/>
      <dgm:t>
        <a:bodyPr/>
        <a:lstStyle/>
        <a:p>
          <a:endParaRPr lang="en-US" sz="1400"/>
        </a:p>
      </dgm:t>
    </dgm:pt>
    <dgm:pt modelId="{BB08484F-DE85-4026-ABA5-050FA029454A}">
      <dgm:prSet phldrT="[Text]" custT="1"/>
      <dgm:spPr>
        <a:solidFill>
          <a:schemeClr val="accent6">
            <a:lumMod val="20000"/>
            <a:lumOff val="8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accent5">
                  <a:lumMod val="60000"/>
                  <a:lumOff val="40000"/>
                </a:schemeClr>
              </a:solidFill>
            </a:rPr>
            <a:t>Discusión</a:t>
          </a:r>
        </a:p>
      </dgm:t>
    </dgm:pt>
    <dgm:pt modelId="{275C28E1-66D4-46BA-9E8F-A29C2D8126C0}" type="parTrans" cxnId="{27D9C115-0304-480E-AF5C-0F7F92A67676}">
      <dgm:prSet/>
      <dgm:spPr/>
      <dgm:t>
        <a:bodyPr/>
        <a:lstStyle/>
        <a:p>
          <a:endParaRPr lang="en-US" sz="1400"/>
        </a:p>
      </dgm:t>
    </dgm:pt>
    <dgm:pt modelId="{81EB3D4E-43B3-46AF-AD32-AEA86105323D}" type="sibTrans" cxnId="{27D9C115-0304-480E-AF5C-0F7F92A67676}">
      <dgm:prSet/>
      <dgm:spPr/>
      <dgm:t>
        <a:bodyPr/>
        <a:lstStyle/>
        <a:p>
          <a:endParaRPr lang="en-US" sz="1400"/>
        </a:p>
      </dgm:t>
    </dgm:pt>
    <dgm:pt modelId="{76E2BD61-632F-4DCC-8011-9F8A2B2ED7F2}">
      <dgm:prSet custT="1"/>
      <dgm:spPr>
        <a:solidFill>
          <a:schemeClr val="accent6">
            <a:lumMod val="20000"/>
            <a:lumOff val="8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accent5">
                  <a:lumMod val="60000"/>
                  <a:lumOff val="40000"/>
                </a:schemeClr>
              </a:solidFill>
            </a:rPr>
            <a:t>Conclusiones</a:t>
          </a:r>
        </a:p>
      </dgm:t>
    </dgm:pt>
    <dgm:pt modelId="{A0C6FB14-A513-446A-8B6F-408CDA1E0BC0}" type="parTrans" cxnId="{2768130A-C9F2-4E87-9025-3921F25E68A3}">
      <dgm:prSet/>
      <dgm:spPr/>
      <dgm:t>
        <a:bodyPr/>
        <a:lstStyle/>
        <a:p>
          <a:endParaRPr lang="en-US" sz="1400"/>
        </a:p>
      </dgm:t>
    </dgm:pt>
    <dgm:pt modelId="{B416EFA4-A10C-4CAE-B96C-D94EF06FD320}" type="sibTrans" cxnId="{2768130A-C9F2-4E87-9025-3921F25E68A3}">
      <dgm:prSet/>
      <dgm:spPr/>
      <dgm:t>
        <a:bodyPr/>
        <a:lstStyle/>
        <a:p>
          <a:endParaRPr lang="en-US" sz="1400"/>
        </a:p>
      </dgm:t>
    </dgm:pt>
    <dgm:pt modelId="{5538D79C-CDBA-4FEE-92EB-C26F9A8CD16A}" type="pres">
      <dgm:prSet presAssocID="{A4CAE5A8-AEEF-49FA-94E2-A43717631DFF}" presName="Name0" presStyleCnt="0">
        <dgm:presLayoutVars>
          <dgm:dir/>
          <dgm:animLvl val="lvl"/>
          <dgm:resizeHandles val="exact"/>
        </dgm:presLayoutVars>
      </dgm:prSet>
      <dgm:spPr/>
    </dgm:pt>
    <dgm:pt modelId="{9E4B01F8-C2A8-4556-87FF-C1BB9086ED3D}" type="pres">
      <dgm:prSet presAssocID="{4C1D3A04-6772-434B-ABD3-9D996EE42475}" presName="parTxOnly" presStyleLbl="node1" presStyleIdx="0" presStyleCnt="5" custScaleX="115170" custLinFactNeighborX="7189">
        <dgm:presLayoutVars>
          <dgm:chMax val="0"/>
          <dgm:chPref val="0"/>
          <dgm:bulletEnabled val="1"/>
        </dgm:presLayoutVars>
      </dgm:prSet>
      <dgm:spPr/>
    </dgm:pt>
    <dgm:pt modelId="{B9921F70-4117-42D9-AFA9-8869792C4583}" type="pres">
      <dgm:prSet presAssocID="{AA307E74-CB02-47EE-8F0C-49BFA2D738F9}" presName="parTxOnlySpace" presStyleCnt="0"/>
      <dgm:spPr/>
    </dgm:pt>
    <dgm:pt modelId="{8340CC42-D928-499B-BA74-B4985A1E7C9E}" type="pres">
      <dgm:prSet presAssocID="{1699E284-74D5-4CFA-9A6C-C5786B3A3EDF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BCCA8ABA-4005-4611-8D66-391F9315FC54}" type="pres">
      <dgm:prSet presAssocID="{FF9098AB-C328-445C-81FC-F4F779C1C3C0}" presName="parTxOnlySpace" presStyleCnt="0"/>
      <dgm:spPr/>
    </dgm:pt>
    <dgm:pt modelId="{C9F3559A-BC51-465B-8AA2-66A3DCA322B7}" type="pres">
      <dgm:prSet presAssocID="{FB6D3C1D-DA7E-4FE1-8C7B-3B1EAEDAB6E3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E49F4D87-FA2E-4107-A8BF-74D8F6789155}" type="pres">
      <dgm:prSet presAssocID="{5EFA851D-DC4F-4342-9FEA-E0E173DA5402}" presName="parTxOnlySpace" presStyleCnt="0"/>
      <dgm:spPr/>
    </dgm:pt>
    <dgm:pt modelId="{A940B3B7-CB92-4383-A5B7-88659BAA24F1}" type="pres">
      <dgm:prSet presAssocID="{BB08484F-DE85-4026-ABA5-050FA029454A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185B226E-0BF3-46F9-A8D8-9BF5506A1707}" type="pres">
      <dgm:prSet presAssocID="{81EB3D4E-43B3-46AF-AD32-AEA86105323D}" presName="parTxOnlySpace" presStyleCnt="0"/>
      <dgm:spPr/>
    </dgm:pt>
    <dgm:pt modelId="{7349404C-35C2-49C0-BBE9-7444F68DEE9E}" type="pres">
      <dgm:prSet presAssocID="{76E2BD61-632F-4DCC-8011-9F8A2B2ED7F2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2768130A-C9F2-4E87-9025-3921F25E68A3}" srcId="{A4CAE5A8-AEEF-49FA-94E2-A43717631DFF}" destId="{76E2BD61-632F-4DCC-8011-9F8A2B2ED7F2}" srcOrd="4" destOrd="0" parTransId="{A0C6FB14-A513-446A-8B6F-408CDA1E0BC0}" sibTransId="{B416EFA4-A10C-4CAE-B96C-D94EF06FD320}"/>
    <dgm:cxn modelId="{27D9C115-0304-480E-AF5C-0F7F92A67676}" srcId="{A4CAE5A8-AEEF-49FA-94E2-A43717631DFF}" destId="{BB08484F-DE85-4026-ABA5-050FA029454A}" srcOrd="3" destOrd="0" parTransId="{275C28E1-66D4-46BA-9E8F-A29C2D8126C0}" sibTransId="{81EB3D4E-43B3-46AF-AD32-AEA86105323D}"/>
    <dgm:cxn modelId="{F033BB6E-07D7-421B-9E58-106BAC789CBD}" type="presOf" srcId="{1699E284-74D5-4CFA-9A6C-C5786B3A3EDF}" destId="{8340CC42-D928-499B-BA74-B4985A1E7C9E}" srcOrd="0" destOrd="0" presId="urn:microsoft.com/office/officeart/2005/8/layout/chevron1"/>
    <dgm:cxn modelId="{73F41977-F5EE-4BBC-836B-D77308F722F5}" srcId="{A4CAE5A8-AEEF-49FA-94E2-A43717631DFF}" destId="{1699E284-74D5-4CFA-9A6C-C5786B3A3EDF}" srcOrd="1" destOrd="0" parTransId="{218CEB4E-3C40-4B32-A406-15F50D267886}" sibTransId="{FF9098AB-C328-445C-81FC-F4F779C1C3C0}"/>
    <dgm:cxn modelId="{C64A8678-096E-4DF2-ABCA-B6DD97FEE4C5}" srcId="{A4CAE5A8-AEEF-49FA-94E2-A43717631DFF}" destId="{FB6D3C1D-DA7E-4FE1-8C7B-3B1EAEDAB6E3}" srcOrd="2" destOrd="0" parTransId="{0CEA7859-A880-4923-B8CD-2F8C3841E4E5}" sibTransId="{5EFA851D-DC4F-4342-9FEA-E0E173DA5402}"/>
    <dgm:cxn modelId="{ACBEAF87-5CE4-4BFC-ABDD-B7A000D59F11}" type="presOf" srcId="{FB6D3C1D-DA7E-4FE1-8C7B-3B1EAEDAB6E3}" destId="{C9F3559A-BC51-465B-8AA2-66A3DCA322B7}" srcOrd="0" destOrd="0" presId="urn:microsoft.com/office/officeart/2005/8/layout/chevron1"/>
    <dgm:cxn modelId="{163751A7-3FC2-4A3A-A447-2F804C15B1DC}" type="presOf" srcId="{76E2BD61-632F-4DCC-8011-9F8A2B2ED7F2}" destId="{7349404C-35C2-49C0-BBE9-7444F68DEE9E}" srcOrd="0" destOrd="0" presId="urn:microsoft.com/office/officeart/2005/8/layout/chevron1"/>
    <dgm:cxn modelId="{F981CBAB-ED40-4A26-A27F-DA325F4C6107}" srcId="{A4CAE5A8-AEEF-49FA-94E2-A43717631DFF}" destId="{4C1D3A04-6772-434B-ABD3-9D996EE42475}" srcOrd="0" destOrd="0" parTransId="{E8186680-9E8A-486C-AD65-5030C728D023}" sibTransId="{AA307E74-CB02-47EE-8F0C-49BFA2D738F9}"/>
    <dgm:cxn modelId="{104ED3AE-0F58-40D8-AF99-66E6D707C1CE}" type="presOf" srcId="{BB08484F-DE85-4026-ABA5-050FA029454A}" destId="{A940B3B7-CB92-4383-A5B7-88659BAA24F1}" srcOrd="0" destOrd="0" presId="urn:microsoft.com/office/officeart/2005/8/layout/chevron1"/>
    <dgm:cxn modelId="{E725F6C0-EFB9-43C6-858E-FE4AA0A00CCA}" type="presOf" srcId="{A4CAE5A8-AEEF-49FA-94E2-A43717631DFF}" destId="{5538D79C-CDBA-4FEE-92EB-C26F9A8CD16A}" srcOrd="0" destOrd="0" presId="urn:microsoft.com/office/officeart/2005/8/layout/chevron1"/>
    <dgm:cxn modelId="{844C89C9-3B87-4117-8E7F-91226893FA18}" type="presOf" srcId="{4C1D3A04-6772-434B-ABD3-9D996EE42475}" destId="{9E4B01F8-C2A8-4556-87FF-C1BB9086ED3D}" srcOrd="0" destOrd="0" presId="urn:microsoft.com/office/officeart/2005/8/layout/chevron1"/>
    <dgm:cxn modelId="{F4C08D2B-513D-4FC7-A9D4-F21160EFC52D}" type="presParOf" srcId="{5538D79C-CDBA-4FEE-92EB-C26F9A8CD16A}" destId="{9E4B01F8-C2A8-4556-87FF-C1BB9086ED3D}" srcOrd="0" destOrd="0" presId="urn:microsoft.com/office/officeart/2005/8/layout/chevron1"/>
    <dgm:cxn modelId="{51F49FC3-FC8B-41D5-BF20-F9332AD9F417}" type="presParOf" srcId="{5538D79C-CDBA-4FEE-92EB-C26F9A8CD16A}" destId="{B9921F70-4117-42D9-AFA9-8869792C4583}" srcOrd="1" destOrd="0" presId="urn:microsoft.com/office/officeart/2005/8/layout/chevron1"/>
    <dgm:cxn modelId="{495AB8D3-0DD4-4EEB-A949-E395F2663A39}" type="presParOf" srcId="{5538D79C-CDBA-4FEE-92EB-C26F9A8CD16A}" destId="{8340CC42-D928-499B-BA74-B4985A1E7C9E}" srcOrd="2" destOrd="0" presId="urn:microsoft.com/office/officeart/2005/8/layout/chevron1"/>
    <dgm:cxn modelId="{A392C899-162E-405E-873A-8217B1C297EB}" type="presParOf" srcId="{5538D79C-CDBA-4FEE-92EB-C26F9A8CD16A}" destId="{BCCA8ABA-4005-4611-8D66-391F9315FC54}" srcOrd="3" destOrd="0" presId="urn:microsoft.com/office/officeart/2005/8/layout/chevron1"/>
    <dgm:cxn modelId="{048C6A3D-EF08-415C-AF90-CE1EA2870AC3}" type="presParOf" srcId="{5538D79C-CDBA-4FEE-92EB-C26F9A8CD16A}" destId="{C9F3559A-BC51-465B-8AA2-66A3DCA322B7}" srcOrd="4" destOrd="0" presId="urn:microsoft.com/office/officeart/2005/8/layout/chevron1"/>
    <dgm:cxn modelId="{A19CA3AC-F72C-429E-81D1-F867546A42DB}" type="presParOf" srcId="{5538D79C-CDBA-4FEE-92EB-C26F9A8CD16A}" destId="{E49F4D87-FA2E-4107-A8BF-74D8F6789155}" srcOrd="5" destOrd="0" presId="urn:microsoft.com/office/officeart/2005/8/layout/chevron1"/>
    <dgm:cxn modelId="{FC07E845-355E-4EFF-A6F9-205505759733}" type="presParOf" srcId="{5538D79C-CDBA-4FEE-92EB-C26F9A8CD16A}" destId="{A940B3B7-CB92-4383-A5B7-88659BAA24F1}" srcOrd="6" destOrd="0" presId="urn:microsoft.com/office/officeart/2005/8/layout/chevron1"/>
    <dgm:cxn modelId="{AF594D62-DC75-47E5-8F9E-8C89F0ACFD34}" type="presParOf" srcId="{5538D79C-CDBA-4FEE-92EB-C26F9A8CD16A}" destId="{185B226E-0BF3-46F9-A8D8-9BF5506A1707}" srcOrd="7" destOrd="0" presId="urn:microsoft.com/office/officeart/2005/8/layout/chevron1"/>
    <dgm:cxn modelId="{6CE2D71C-5139-4D23-B797-1291257CAF6B}" type="presParOf" srcId="{5538D79C-CDBA-4FEE-92EB-C26F9A8CD16A}" destId="{7349404C-35C2-49C0-BBE9-7444F68DEE9E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4CAE5A8-AEEF-49FA-94E2-A43717631DFF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4C1D3A04-6772-434B-ABD3-9D996EE42475}">
      <dgm:prSet phldrT="[Text]" custT="1"/>
      <dgm:spPr>
        <a:solidFill>
          <a:schemeClr val="accent5">
            <a:lumMod val="20000"/>
            <a:lumOff val="8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accent5">
                  <a:lumMod val="60000"/>
                  <a:lumOff val="40000"/>
                </a:schemeClr>
              </a:solidFill>
            </a:rPr>
            <a:t>Introducción</a:t>
          </a:r>
        </a:p>
      </dgm:t>
    </dgm:pt>
    <dgm:pt modelId="{E8186680-9E8A-486C-AD65-5030C728D023}" type="parTrans" cxnId="{F981CBAB-ED40-4A26-A27F-DA325F4C6107}">
      <dgm:prSet/>
      <dgm:spPr/>
      <dgm:t>
        <a:bodyPr/>
        <a:lstStyle/>
        <a:p>
          <a:endParaRPr lang="en-US" sz="1400"/>
        </a:p>
      </dgm:t>
    </dgm:pt>
    <dgm:pt modelId="{AA307E74-CB02-47EE-8F0C-49BFA2D738F9}" type="sibTrans" cxnId="{F981CBAB-ED40-4A26-A27F-DA325F4C6107}">
      <dgm:prSet/>
      <dgm:spPr/>
      <dgm:t>
        <a:bodyPr/>
        <a:lstStyle/>
        <a:p>
          <a:endParaRPr lang="en-US" sz="1400"/>
        </a:p>
      </dgm:t>
    </dgm:pt>
    <dgm:pt modelId="{1699E284-74D5-4CFA-9A6C-C5786B3A3EDF}">
      <dgm:prSet phldrT="[Text]" custT="1"/>
      <dgm:spPr>
        <a:solidFill>
          <a:schemeClr val="accent5">
            <a:lumMod val="20000"/>
            <a:lumOff val="8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accent5">
                  <a:lumMod val="60000"/>
                  <a:lumOff val="40000"/>
                </a:schemeClr>
              </a:solidFill>
            </a:rPr>
            <a:t>Metodología</a:t>
          </a:r>
        </a:p>
      </dgm:t>
    </dgm:pt>
    <dgm:pt modelId="{218CEB4E-3C40-4B32-A406-15F50D267886}" type="parTrans" cxnId="{73F41977-F5EE-4BBC-836B-D77308F722F5}">
      <dgm:prSet/>
      <dgm:spPr/>
      <dgm:t>
        <a:bodyPr/>
        <a:lstStyle/>
        <a:p>
          <a:endParaRPr lang="en-US" sz="1400"/>
        </a:p>
      </dgm:t>
    </dgm:pt>
    <dgm:pt modelId="{FF9098AB-C328-445C-81FC-F4F779C1C3C0}" type="sibTrans" cxnId="{73F41977-F5EE-4BBC-836B-D77308F722F5}">
      <dgm:prSet/>
      <dgm:spPr/>
      <dgm:t>
        <a:bodyPr/>
        <a:lstStyle/>
        <a:p>
          <a:endParaRPr lang="en-US" sz="1400"/>
        </a:p>
      </dgm:t>
    </dgm:pt>
    <dgm:pt modelId="{FB6D3C1D-DA7E-4FE1-8C7B-3B1EAEDAB6E3}">
      <dgm:prSet phldrT="[Text]" custT="1"/>
      <dgm:spPr>
        <a:solidFill>
          <a:schemeClr val="accent3">
            <a:lumMod val="60000"/>
            <a:lumOff val="4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tx1"/>
              </a:solidFill>
            </a:rPr>
            <a:t>Resultados</a:t>
          </a:r>
        </a:p>
      </dgm:t>
    </dgm:pt>
    <dgm:pt modelId="{0CEA7859-A880-4923-B8CD-2F8C3841E4E5}" type="parTrans" cxnId="{C64A8678-096E-4DF2-ABCA-B6DD97FEE4C5}">
      <dgm:prSet/>
      <dgm:spPr/>
      <dgm:t>
        <a:bodyPr/>
        <a:lstStyle/>
        <a:p>
          <a:endParaRPr lang="en-US" sz="1400"/>
        </a:p>
      </dgm:t>
    </dgm:pt>
    <dgm:pt modelId="{5EFA851D-DC4F-4342-9FEA-E0E173DA5402}" type="sibTrans" cxnId="{C64A8678-096E-4DF2-ABCA-B6DD97FEE4C5}">
      <dgm:prSet/>
      <dgm:spPr/>
      <dgm:t>
        <a:bodyPr/>
        <a:lstStyle/>
        <a:p>
          <a:endParaRPr lang="en-US" sz="1400"/>
        </a:p>
      </dgm:t>
    </dgm:pt>
    <dgm:pt modelId="{BB08484F-DE85-4026-ABA5-050FA029454A}">
      <dgm:prSet phldrT="[Text]" custT="1"/>
      <dgm:spPr>
        <a:solidFill>
          <a:schemeClr val="accent6">
            <a:lumMod val="20000"/>
            <a:lumOff val="8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accent5">
                  <a:lumMod val="60000"/>
                  <a:lumOff val="40000"/>
                </a:schemeClr>
              </a:solidFill>
            </a:rPr>
            <a:t>Discusión</a:t>
          </a:r>
        </a:p>
      </dgm:t>
    </dgm:pt>
    <dgm:pt modelId="{275C28E1-66D4-46BA-9E8F-A29C2D8126C0}" type="parTrans" cxnId="{27D9C115-0304-480E-AF5C-0F7F92A67676}">
      <dgm:prSet/>
      <dgm:spPr/>
      <dgm:t>
        <a:bodyPr/>
        <a:lstStyle/>
        <a:p>
          <a:endParaRPr lang="en-US" sz="1400"/>
        </a:p>
      </dgm:t>
    </dgm:pt>
    <dgm:pt modelId="{81EB3D4E-43B3-46AF-AD32-AEA86105323D}" type="sibTrans" cxnId="{27D9C115-0304-480E-AF5C-0F7F92A67676}">
      <dgm:prSet/>
      <dgm:spPr/>
      <dgm:t>
        <a:bodyPr/>
        <a:lstStyle/>
        <a:p>
          <a:endParaRPr lang="en-US" sz="1400"/>
        </a:p>
      </dgm:t>
    </dgm:pt>
    <dgm:pt modelId="{76E2BD61-632F-4DCC-8011-9F8A2B2ED7F2}">
      <dgm:prSet custT="1"/>
      <dgm:spPr>
        <a:solidFill>
          <a:schemeClr val="accent6">
            <a:lumMod val="20000"/>
            <a:lumOff val="8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accent5">
                  <a:lumMod val="60000"/>
                  <a:lumOff val="40000"/>
                </a:schemeClr>
              </a:solidFill>
            </a:rPr>
            <a:t>Conclusiones</a:t>
          </a:r>
        </a:p>
      </dgm:t>
    </dgm:pt>
    <dgm:pt modelId="{A0C6FB14-A513-446A-8B6F-408CDA1E0BC0}" type="parTrans" cxnId="{2768130A-C9F2-4E87-9025-3921F25E68A3}">
      <dgm:prSet/>
      <dgm:spPr/>
      <dgm:t>
        <a:bodyPr/>
        <a:lstStyle/>
        <a:p>
          <a:endParaRPr lang="en-US" sz="1400"/>
        </a:p>
      </dgm:t>
    </dgm:pt>
    <dgm:pt modelId="{B416EFA4-A10C-4CAE-B96C-D94EF06FD320}" type="sibTrans" cxnId="{2768130A-C9F2-4E87-9025-3921F25E68A3}">
      <dgm:prSet/>
      <dgm:spPr/>
      <dgm:t>
        <a:bodyPr/>
        <a:lstStyle/>
        <a:p>
          <a:endParaRPr lang="en-US" sz="1400"/>
        </a:p>
      </dgm:t>
    </dgm:pt>
    <dgm:pt modelId="{5538D79C-CDBA-4FEE-92EB-C26F9A8CD16A}" type="pres">
      <dgm:prSet presAssocID="{A4CAE5A8-AEEF-49FA-94E2-A43717631DFF}" presName="Name0" presStyleCnt="0">
        <dgm:presLayoutVars>
          <dgm:dir/>
          <dgm:animLvl val="lvl"/>
          <dgm:resizeHandles val="exact"/>
        </dgm:presLayoutVars>
      </dgm:prSet>
      <dgm:spPr/>
    </dgm:pt>
    <dgm:pt modelId="{9E4B01F8-C2A8-4556-87FF-C1BB9086ED3D}" type="pres">
      <dgm:prSet presAssocID="{4C1D3A04-6772-434B-ABD3-9D996EE42475}" presName="parTxOnly" presStyleLbl="node1" presStyleIdx="0" presStyleCnt="5" custScaleX="115170" custLinFactNeighborX="7189">
        <dgm:presLayoutVars>
          <dgm:chMax val="0"/>
          <dgm:chPref val="0"/>
          <dgm:bulletEnabled val="1"/>
        </dgm:presLayoutVars>
      </dgm:prSet>
      <dgm:spPr/>
    </dgm:pt>
    <dgm:pt modelId="{B9921F70-4117-42D9-AFA9-8869792C4583}" type="pres">
      <dgm:prSet presAssocID="{AA307E74-CB02-47EE-8F0C-49BFA2D738F9}" presName="parTxOnlySpace" presStyleCnt="0"/>
      <dgm:spPr/>
    </dgm:pt>
    <dgm:pt modelId="{8340CC42-D928-499B-BA74-B4985A1E7C9E}" type="pres">
      <dgm:prSet presAssocID="{1699E284-74D5-4CFA-9A6C-C5786B3A3EDF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BCCA8ABA-4005-4611-8D66-391F9315FC54}" type="pres">
      <dgm:prSet presAssocID="{FF9098AB-C328-445C-81FC-F4F779C1C3C0}" presName="parTxOnlySpace" presStyleCnt="0"/>
      <dgm:spPr/>
    </dgm:pt>
    <dgm:pt modelId="{C9F3559A-BC51-465B-8AA2-66A3DCA322B7}" type="pres">
      <dgm:prSet presAssocID="{FB6D3C1D-DA7E-4FE1-8C7B-3B1EAEDAB6E3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E49F4D87-FA2E-4107-A8BF-74D8F6789155}" type="pres">
      <dgm:prSet presAssocID="{5EFA851D-DC4F-4342-9FEA-E0E173DA5402}" presName="parTxOnlySpace" presStyleCnt="0"/>
      <dgm:spPr/>
    </dgm:pt>
    <dgm:pt modelId="{A940B3B7-CB92-4383-A5B7-88659BAA24F1}" type="pres">
      <dgm:prSet presAssocID="{BB08484F-DE85-4026-ABA5-050FA029454A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185B226E-0BF3-46F9-A8D8-9BF5506A1707}" type="pres">
      <dgm:prSet presAssocID="{81EB3D4E-43B3-46AF-AD32-AEA86105323D}" presName="parTxOnlySpace" presStyleCnt="0"/>
      <dgm:spPr/>
    </dgm:pt>
    <dgm:pt modelId="{7349404C-35C2-49C0-BBE9-7444F68DEE9E}" type="pres">
      <dgm:prSet presAssocID="{76E2BD61-632F-4DCC-8011-9F8A2B2ED7F2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2768130A-C9F2-4E87-9025-3921F25E68A3}" srcId="{A4CAE5A8-AEEF-49FA-94E2-A43717631DFF}" destId="{76E2BD61-632F-4DCC-8011-9F8A2B2ED7F2}" srcOrd="4" destOrd="0" parTransId="{A0C6FB14-A513-446A-8B6F-408CDA1E0BC0}" sibTransId="{B416EFA4-A10C-4CAE-B96C-D94EF06FD320}"/>
    <dgm:cxn modelId="{27D9C115-0304-480E-AF5C-0F7F92A67676}" srcId="{A4CAE5A8-AEEF-49FA-94E2-A43717631DFF}" destId="{BB08484F-DE85-4026-ABA5-050FA029454A}" srcOrd="3" destOrd="0" parTransId="{275C28E1-66D4-46BA-9E8F-A29C2D8126C0}" sibTransId="{81EB3D4E-43B3-46AF-AD32-AEA86105323D}"/>
    <dgm:cxn modelId="{F033BB6E-07D7-421B-9E58-106BAC789CBD}" type="presOf" srcId="{1699E284-74D5-4CFA-9A6C-C5786B3A3EDF}" destId="{8340CC42-D928-499B-BA74-B4985A1E7C9E}" srcOrd="0" destOrd="0" presId="urn:microsoft.com/office/officeart/2005/8/layout/chevron1"/>
    <dgm:cxn modelId="{73F41977-F5EE-4BBC-836B-D77308F722F5}" srcId="{A4CAE5A8-AEEF-49FA-94E2-A43717631DFF}" destId="{1699E284-74D5-4CFA-9A6C-C5786B3A3EDF}" srcOrd="1" destOrd="0" parTransId="{218CEB4E-3C40-4B32-A406-15F50D267886}" sibTransId="{FF9098AB-C328-445C-81FC-F4F779C1C3C0}"/>
    <dgm:cxn modelId="{C64A8678-096E-4DF2-ABCA-B6DD97FEE4C5}" srcId="{A4CAE5A8-AEEF-49FA-94E2-A43717631DFF}" destId="{FB6D3C1D-DA7E-4FE1-8C7B-3B1EAEDAB6E3}" srcOrd="2" destOrd="0" parTransId="{0CEA7859-A880-4923-B8CD-2F8C3841E4E5}" sibTransId="{5EFA851D-DC4F-4342-9FEA-E0E173DA5402}"/>
    <dgm:cxn modelId="{ACBEAF87-5CE4-4BFC-ABDD-B7A000D59F11}" type="presOf" srcId="{FB6D3C1D-DA7E-4FE1-8C7B-3B1EAEDAB6E3}" destId="{C9F3559A-BC51-465B-8AA2-66A3DCA322B7}" srcOrd="0" destOrd="0" presId="urn:microsoft.com/office/officeart/2005/8/layout/chevron1"/>
    <dgm:cxn modelId="{163751A7-3FC2-4A3A-A447-2F804C15B1DC}" type="presOf" srcId="{76E2BD61-632F-4DCC-8011-9F8A2B2ED7F2}" destId="{7349404C-35C2-49C0-BBE9-7444F68DEE9E}" srcOrd="0" destOrd="0" presId="urn:microsoft.com/office/officeart/2005/8/layout/chevron1"/>
    <dgm:cxn modelId="{F981CBAB-ED40-4A26-A27F-DA325F4C6107}" srcId="{A4CAE5A8-AEEF-49FA-94E2-A43717631DFF}" destId="{4C1D3A04-6772-434B-ABD3-9D996EE42475}" srcOrd="0" destOrd="0" parTransId="{E8186680-9E8A-486C-AD65-5030C728D023}" sibTransId="{AA307E74-CB02-47EE-8F0C-49BFA2D738F9}"/>
    <dgm:cxn modelId="{104ED3AE-0F58-40D8-AF99-66E6D707C1CE}" type="presOf" srcId="{BB08484F-DE85-4026-ABA5-050FA029454A}" destId="{A940B3B7-CB92-4383-A5B7-88659BAA24F1}" srcOrd="0" destOrd="0" presId="urn:microsoft.com/office/officeart/2005/8/layout/chevron1"/>
    <dgm:cxn modelId="{E725F6C0-EFB9-43C6-858E-FE4AA0A00CCA}" type="presOf" srcId="{A4CAE5A8-AEEF-49FA-94E2-A43717631DFF}" destId="{5538D79C-CDBA-4FEE-92EB-C26F9A8CD16A}" srcOrd="0" destOrd="0" presId="urn:microsoft.com/office/officeart/2005/8/layout/chevron1"/>
    <dgm:cxn modelId="{844C89C9-3B87-4117-8E7F-91226893FA18}" type="presOf" srcId="{4C1D3A04-6772-434B-ABD3-9D996EE42475}" destId="{9E4B01F8-C2A8-4556-87FF-C1BB9086ED3D}" srcOrd="0" destOrd="0" presId="urn:microsoft.com/office/officeart/2005/8/layout/chevron1"/>
    <dgm:cxn modelId="{F4C08D2B-513D-4FC7-A9D4-F21160EFC52D}" type="presParOf" srcId="{5538D79C-CDBA-4FEE-92EB-C26F9A8CD16A}" destId="{9E4B01F8-C2A8-4556-87FF-C1BB9086ED3D}" srcOrd="0" destOrd="0" presId="urn:microsoft.com/office/officeart/2005/8/layout/chevron1"/>
    <dgm:cxn modelId="{51F49FC3-FC8B-41D5-BF20-F9332AD9F417}" type="presParOf" srcId="{5538D79C-CDBA-4FEE-92EB-C26F9A8CD16A}" destId="{B9921F70-4117-42D9-AFA9-8869792C4583}" srcOrd="1" destOrd="0" presId="urn:microsoft.com/office/officeart/2005/8/layout/chevron1"/>
    <dgm:cxn modelId="{495AB8D3-0DD4-4EEB-A949-E395F2663A39}" type="presParOf" srcId="{5538D79C-CDBA-4FEE-92EB-C26F9A8CD16A}" destId="{8340CC42-D928-499B-BA74-B4985A1E7C9E}" srcOrd="2" destOrd="0" presId="urn:microsoft.com/office/officeart/2005/8/layout/chevron1"/>
    <dgm:cxn modelId="{A392C899-162E-405E-873A-8217B1C297EB}" type="presParOf" srcId="{5538D79C-CDBA-4FEE-92EB-C26F9A8CD16A}" destId="{BCCA8ABA-4005-4611-8D66-391F9315FC54}" srcOrd="3" destOrd="0" presId="urn:microsoft.com/office/officeart/2005/8/layout/chevron1"/>
    <dgm:cxn modelId="{048C6A3D-EF08-415C-AF90-CE1EA2870AC3}" type="presParOf" srcId="{5538D79C-CDBA-4FEE-92EB-C26F9A8CD16A}" destId="{C9F3559A-BC51-465B-8AA2-66A3DCA322B7}" srcOrd="4" destOrd="0" presId="urn:microsoft.com/office/officeart/2005/8/layout/chevron1"/>
    <dgm:cxn modelId="{A19CA3AC-F72C-429E-81D1-F867546A42DB}" type="presParOf" srcId="{5538D79C-CDBA-4FEE-92EB-C26F9A8CD16A}" destId="{E49F4D87-FA2E-4107-A8BF-74D8F6789155}" srcOrd="5" destOrd="0" presId="urn:microsoft.com/office/officeart/2005/8/layout/chevron1"/>
    <dgm:cxn modelId="{FC07E845-355E-4EFF-A6F9-205505759733}" type="presParOf" srcId="{5538D79C-CDBA-4FEE-92EB-C26F9A8CD16A}" destId="{A940B3B7-CB92-4383-A5B7-88659BAA24F1}" srcOrd="6" destOrd="0" presId="urn:microsoft.com/office/officeart/2005/8/layout/chevron1"/>
    <dgm:cxn modelId="{AF594D62-DC75-47E5-8F9E-8C89F0ACFD34}" type="presParOf" srcId="{5538D79C-CDBA-4FEE-92EB-C26F9A8CD16A}" destId="{185B226E-0BF3-46F9-A8D8-9BF5506A1707}" srcOrd="7" destOrd="0" presId="urn:microsoft.com/office/officeart/2005/8/layout/chevron1"/>
    <dgm:cxn modelId="{6CE2D71C-5139-4D23-B797-1291257CAF6B}" type="presParOf" srcId="{5538D79C-CDBA-4FEE-92EB-C26F9A8CD16A}" destId="{7349404C-35C2-49C0-BBE9-7444F68DEE9E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4CAE5A8-AEEF-49FA-94E2-A43717631DFF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4C1D3A04-6772-434B-ABD3-9D996EE42475}">
      <dgm:prSet phldrT="[Text]" custT="1"/>
      <dgm:spPr>
        <a:solidFill>
          <a:schemeClr val="accent5">
            <a:lumMod val="20000"/>
            <a:lumOff val="8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accent5">
                  <a:lumMod val="60000"/>
                  <a:lumOff val="40000"/>
                </a:schemeClr>
              </a:solidFill>
            </a:rPr>
            <a:t>Introducción</a:t>
          </a:r>
        </a:p>
      </dgm:t>
    </dgm:pt>
    <dgm:pt modelId="{E8186680-9E8A-486C-AD65-5030C728D023}" type="parTrans" cxnId="{F981CBAB-ED40-4A26-A27F-DA325F4C6107}">
      <dgm:prSet/>
      <dgm:spPr/>
      <dgm:t>
        <a:bodyPr/>
        <a:lstStyle/>
        <a:p>
          <a:endParaRPr lang="en-US" sz="1400"/>
        </a:p>
      </dgm:t>
    </dgm:pt>
    <dgm:pt modelId="{AA307E74-CB02-47EE-8F0C-49BFA2D738F9}" type="sibTrans" cxnId="{F981CBAB-ED40-4A26-A27F-DA325F4C6107}">
      <dgm:prSet/>
      <dgm:spPr/>
      <dgm:t>
        <a:bodyPr/>
        <a:lstStyle/>
        <a:p>
          <a:endParaRPr lang="en-US" sz="1400"/>
        </a:p>
      </dgm:t>
    </dgm:pt>
    <dgm:pt modelId="{1699E284-74D5-4CFA-9A6C-C5786B3A3EDF}">
      <dgm:prSet phldrT="[Text]" custT="1"/>
      <dgm:spPr>
        <a:solidFill>
          <a:schemeClr val="accent5">
            <a:lumMod val="20000"/>
            <a:lumOff val="8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accent5">
                  <a:lumMod val="60000"/>
                  <a:lumOff val="40000"/>
                </a:schemeClr>
              </a:solidFill>
            </a:rPr>
            <a:t>Metodología</a:t>
          </a:r>
        </a:p>
      </dgm:t>
    </dgm:pt>
    <dgm:pt modelId="{218CEB4E-3C40-4B32-A406-15F50D267886}" type="parTrans" cxnId="{73F41977-F5EE-4BBC-836B-D77308F722F5}">
      <dgm:prSet/>
      <dgm:spPr/>
      <dgm:t>
        <a:bodyPr/>
        <a:lstStyle/>
        <a:p>
          <a:endParaRPr lang="en-US" sz="1400"/>
        </a:p>
      </dgm:t>
    </dgm:pt>
    <dgm:pt modelId="{FF9098AB-C328-445C-81FC-F4F779C1C3C0}" type="sibTrans" cxnId="{73F41977-F5EE-4BBC-836B-D77308F722F5}">
      <dgm:prSet/>
      <dgm:spPr/>
      <dgm:t>
        <a:bodyPr/>
        <a:lstStyle/>
        <a:p>
          <a:endParaRPr lang="en-US" sz="1400"/>
        </a:p>
      </dgm:t>
    </dgm:pt>
    <dgm:pt modelId="{FB6D3C1D-DA7E-4FE1-8C7B-3B1EAEDAB6E3}">
      <dgm:prSet phldrT="[Text]" custT="1"/>
      <dgm:spPr>
        <a:solidFill>
          <a:schemeClr val="accent3">
            <a:lumMod val="60000"/>
            <a:lumOff val="4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tx1"/>
              </a:solidFill>
            </a:rPr>
            <a:t>Resultados</a:t>
          </a:r>
        </a:p>
      </dgm:t>
    </dgm:pt>
    <dgm:pt modelId="{0CEA7859-A880-4923-B8CD-2F8C3841E4E5}" type="parTrans" cxnId="{C64A8678-096E-4DF2-ABCA-B6DD97FEE4C5}">
      <dgm:prSet/>
      <dgm:spPr/>
      <dgm:t>
        <a:bodyPr/>
        <a:lstStyle/>
        <a:p>
          <a:endParaRPr lang="en-US" sz="1400"/>
        </a:p>
      </dgm:t>
    </dgm:pt>
    <dgm:pt modelId="{5EFA851D-DC4F-4342-9FEA-E0E173DA5402}" type="sibTrans" cxnId="{C64A8678-096E-4DF2-ABCA-B6DD97FEE4C5}">
      <dgm:prSet/>
      <dgm:spPr/>
      <dgm:t>
        <a:bodyPr/>
        <a:lstStyle/>
        <a:p>
          <a:endParaRPr lang="en-US" sz="1400"/>
        </a:p>
      </dgm:t>
    </dgm:pt>
    <dgm:pt modelId="{BB08484F-DE85-4026-ABA5-050FA029454A}">
      <dgm:prSet phldrT="[Text]" custT="1"/>
      <dgm:spPr>
        <a:solidFill>
          <a:schemeClr val="accent6">
            <a:lumMod val="20000"/>
            <a:lumOff val="8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accent5">
                  <a:lumMod val="60000"/>
                  <a:lumOff val="40000"/>
                </a:schemeClr>
              </a:solidFill>
            </a:rPr>
            <a:t>Discusión</a:t>
          </a:r>
        </a:p>
      </dgm:t>
    </dgm:pt>
    <dgm:pt modelId="{275C28E1-66D4-46BA-9E8F-A29C2D8126C0}" type="parTrans" cxnId="{27D9C115-0304-480E-AF5C-0F7F92A67676}">
      <dgm:prSet/>
      <dgm:spPr/>
      <dgm:t>
        <a:bodyPr/>
        <a:lstStyle/>
        <a:p>
          <a:endParaRPr lang="en-US" sz="1400"/>
        </a:p>
      </dgm:t>
    </dgm:pt>
    <dgm:pt modelId="{81EB3D4E-43B3-46AF-AD32-AEA86105323D}" type="sibTrans" cxnId="{27D9C115-0304-480E-AF5C-0F7F92A67676}">
      <dgm:prSet/>
      <dgm:spPr/>
      <dgm:t>
        <a:bodyPr/>
        <a:lstStyle/>
        <a:p>
          <a:endParaRPr lang="en-US" sz="1400"/>
        </a:p>
      </dgm:t>
    </dgm:pt>
    <dgm:pt modelId="{76E2BD61-632F-4DCC-8011-9F8A2B2ED7F2}">
      <dgm:prSet custT="1"/>
      <dgm:spPr>
        <a:solidFill>
          <a:schemeClr val="accent6">
            <a:lumMod val="20000"/>
            <a:lumOff val="8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accent5">
                  <a:lumMod val="60000"/>
                  <a:lumOff val="40000"/>
                </a:schemeClr>
              </a:solidFill>
            </a:rPr>
            <a:t>Conclusiones</a:t>
          </a:r>
        </a:p>
      </dgm:t>
    </dgm:pt>
    <dgm:pt modelId="{A0C6FB14-A513-446A-8B6F-408CDA1E0BC0}" type="parTrans" cxnId="{2768130A-C9F2-4E87-9025-3921F25E68A3}">
      <dgm:prSet/>
      <dgm:spPr/>
      <dgm:t>
        <a:bodyPr/>
        <a:lstStyle/>
        <a:p>
          <a:endParaRPr lang="en-US" sz="1400"/>
        </a:p>
      </dgm:t>
    </dgm:pt>
    <dgm:pt modelId="{B416EFA4-A10C-4CAE-B96C-D94EF06FD320}" type="sibTrans" cxnId="{2768130A-C9F2-4E87-9025-3921F25E68A3}">
      <dgm:prSet/>
      <dgm:spPr/>
      <dgm:t>
        <a:bodyPr/>
        <a:lstStyle/>
        <a:p>
          <a:endParaRPr lang="en-US" sz="1400"/>
        </a:p>
      </dgm:t>
    </dgm:pt>
    <dgm:pt modelId="{5538D79C-CDBA-4FEE-92EB-C26F9A8CD16A}" type="pres">
      <dgm:prSet presAssocID="{A4CAE5A8-AEEF-49FA-94E2-A43717631DFF}" presName="Name0" presStyleCnt="0">
        <dgm:presLayoutVars>
          <dgm:dir/>
          <dgm:animLvl val="lvl"/>
          <dgm:resizeHandles val="exact"/>
        </dgm:presLayoutVars>
      </dgm:prSet>
      <dgm:spPr/>
    </dgm:pt>
    <dgm:pt modelId="{9E4B01F8-C2A8-4556-87FF-C1BB9086ED3D}" type="pres">
      <dgm:prSet presAssocID="{4C1D3A04-6772-434B-ABD3-9D996EE42475}" presName="parTxOnly" presStyleLbl="node1" presStyleIdx="0" presStyleCnt="5" custScaleX="115170" custLinFactNeighborX="7189">
        <dgm:presLayoutVars>
          <dgm:chMax val="0"/>
          <dgm:chPref val="0"/>
          <dgm:bulletEnabled val="1"/>
        </dgm:presLayoutVars>
      </dgm:prSet>
      <dgm:spPr/>
    </dgm:pt>
    <dgm:pt modelId="{B9921F70-4117-42D9-AFA9-8869792C4583}" type="pres">
      <dgm:prSet presAssocID="{AA307E74-CB02-47EE-8F0C-49BFA2D738F9}" presName="parTxOnlySpace" presStyleCnt="0"/>
      <dgm:spPr/>
    </dgm:pt>
    <dgm:pt modelId="{8340CC42-D928-499B-BA74-B4985A1E7C9E}" type="pres">
      <dgm:prSet presAssocID="{1699E284-74D5-4CFA-9A6C-C5786B3A3EDF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BCCA8ABA-4005-4611-8D66-391F9315FC54}" type="pres">
      <dgm:prSet presAssocID="{FF9098AB-C328-445C-81FC-F4F779C1C3C0}" presName="parTxOnlySpace" presStyleCnt="0"/>
      <dgm:spPr/>
    </dgm:pt>
    <dgm:pt modelId="{C9F3559A-BC51-465B-8AA2-66A3DCA322B7}" type="pres">
      <dgm:prSet presAssocID="{FB6D3C1D-DA7E-4FE1-8C7B-3B1EAEDAB6E3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E49F4D87-FA2E-4107-A8BF-74D8F6789155}" type="pres">
      <dgm:prSet presAssocID="{5EFA851D-DC4F-4342-9FEA-E0E173DA5402}" presName="parTxOnlySpace" presStyleCnt="0"/>
      <dgm:spPr/>
    </dgm:pt>
    <dgm:pt modelId="{A940B3B7-CB92-4383-A5B7-88659BAA24F1}" type="pres">
      <dgm:prSet presAssocID="{BB08484F-DE85-4026-ABA5-050FA029454A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185B226E-0BF3-46F9-A8D8-9BF5506A1707}" type="pres">
      <dgm:prSet presAssocID="{81EB3D4E-43B3-46AF-AD32-AEA86105323D}" presName="parTxOnlySpace" presStyleCnt="0"/>
      <dgm:spPr/>
    </dgm:pt>
    <dgm:pt modelId="{7349404C-35C2-49C0-BBE9-7444F68DEE9E}" type="pres">
      <dgm:prSet presAssocID="{76E2BD61-632F-4DCC-8011-9F8A2B2ED7F2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2768130A-C9F2-4E87-9025-3921F25E68A3}" srcId="{A4CAE5A8-AEEF-49FA-94E2-A43717631DFF}" destId="{76E2BD61-632F-4DCC-8011-9F8A2B2ED7F2}" srcOrd="4" destOrd="0" parTransId="{A0C6FB14-A513-446A-8B6F-408CDA1E0BC0}" sibTransId="{B416EFA4-A10C-4CAE-B96C-D94EF06FD320}"/>
    <dgm:cxn modelId="{27D9C115-0304-480E-AF5C-0F7F92A67676}" srcId="{A4CAE5A8-AEEF-49FA-94E2-A43717631DFF}" destId="{BB08484F-DE85-4026-ABA5-050FA029454A}" srcOrd="3" destOrd="0" parTransId="{275C28E1-66D4-46BA-9E8F-A29C2D8126C0}" sibTransId="{81EB3D4E-43B3-46AF-AD32-AEA86105323D}"/>
    <dgm:cxn modelId="{F033BB6E-07D7-421B-9E58-106BAC789CBD}" type="presOf" srcId="{1699E284-74D5-4CFA-9A6C-C5786B3A3EDF}" destId="{8340CC42-D928-499B-BA74-B4985A1E7C9E}" srcOrd="0" destOrd="0" presId="urn:microsoft.com/office/officeart/2005/8/layout/chevron1"/>
    <dgm:cxn modelId="{73F41977-F5EE-4BBC-836B-D77308F722F5}" srcId="{A4CAE5A8-AEEF-49FA-94E2-A43717631DFF}" destId="{1699E284-74D5-4CFA-9A6C-C5786B3A3EDF}" srcOrd="1" destOrd="0" parTransId="{218CEB4E-3C40-4B32-A406-15F50D267886}" sibTransId="{FF9098AB-C328-445C-81FC-F4F779C1C3C0}"/>
    <dgm:cxn modelId="{C64A8678-096E-4DF2-ABCA-B6DD97FEE4C5}" srcId="{A4CAE5A8-AEEF-49FA-94E2-A43717631DFF}" destId="{FB6D3C1D-DA7E-4FE1-8C7B-3B1EAEDAB6E3}" srcOrd="2" destOrd="0" parTransId="{0CEA7859-A880-4923-B8CD-2F8C3841E4E5}" sibTransId="{5EFA851D-DC4F-4342-9FEA-E0E173DA5402}"/>
    <dgm:cxn modelId="{ACBEAF87-5CE4-4BFC-ABDD-B7A000D59F11}" type="presOf" srcId="{FB6D3C1D-DA7E-4FE1-8C7B-3B1EAEDAB6E3}" destId="{C9F3559A-BC51-465B-8AA2-66A3DCA322B7}" srcOrd="0" destOrd="0" presId="urn:microsoft.com/office/officeart/2005/8/layout/chevron1"/>
    <dgm:cxn modelId="{163751A7-3FC2-4A3A-A447-2F804C15B1DC}" type="presOf" srcId="{76E2BD61-632F-4DCC-8011-9F8A2B2ED7F2}" destId="{7349404C-35C2-49C0-BBE9-7444F68DEE9E}" srcOrd="0" destOrd="0" presId="urn:microsoft.com/office/officeart/2005/8/layout/chevron1"/>
    <dgm:cxn modelId="{F981CBAB-ED40-4A26-A27F-DA325F4C6107}" srcId="{A4CAE5A8-AEEF-49FA-94E2-A43717631DFF}" destId="{4C1D3A04-6772-434B-ABD3-9D996EE42475}" srcOrd="0" destOrd="0" parTransId="{E8186680-9E8A-486C-AD65-5030C728D023}" sibTransId="{AA307E74-CB02-47EE-8F0C-49BFA2D738F9}"/>
    <dgm:cxn modelId="{104ED3AE-0F58-40D8-AF99-66E6D707C1CE}" type="presOf" srcId="{BB08484F-DE85-4026-ABA5-050FA029454A}" destId="{A940B3B7-CB92-4383-A5B7-88659BAA24F1}" srcOrd="0" destOrd="0" presId="urn:microsoft.com/office/officeart/2005/8/layout/chevron1"/>
    <dgm:cxn modelId="{E725F6C0-EFB9-43C6-858E-FE4AA0A00CCA}" type="presOf" srcId="{A4CAE5A8-AEEF-49FA-94E2-A43717631DFF}" destId="{5538D79C-CDBA-4FEE-92EB-C26F9A8CD16A}" srcOrd="0" destOrd="0" presId="urn:microsoft.com/office/officeart/2005/8/layout/chevron1"/>
    <dgm:cxn modelId="{844C89C9-3B87-4117-8E7F-91226893FA18}" type="presOf" srcId="{4C1D3A04-6772-434B-ABD3-9D996EE42475}" destId="{9E4B01F8-C2A8-4556-87FF-C1BB9086ED3D}" srcOrd="0" destOrd="0" presId="urn:microsoft.com/office/officeart/2005/8/layout/chevron1"/>
    <dgm:cxn modelId="{F4C08D2B-513D-4FC7-A9D4-F21160EFC52D}" type="presParOf" srcId="{5538D79C-CDBA-4FEE-92EB-C26F9A8CD16A}" destId="{9E4B01F8-C2A8-4556-87FF-C1BB9086ED3D}" srcOrd="0" destOrd="0" presId="urn:microsoft.com/office/officeart/2005/8/layout/chevron1"/>
    <dgm:cxn modelId="{51F49FC3-FC8B-41D5-BF20-F9332AD9F417}" type="presParOf" srcId="{5538D79C-CDBA-4FEE-92EB-C26F9A8CD16A}" destId="{B9921F70-4117-42D9-AFA9-8869792C4583}" srcOrd="1" destOrd="0" presId="urn:microsoft.com/office/officeart/2005/8/layout/chevron1"/>
    <dgm:cxn modelId="{495AB8D3-0DD4-4EEB-A949-E395F2663A39}" type="presParOf" srcId="{5538D79C-CDBA-4FEE-92EB-C26F9A8CD16A}" destId="{8340CC42-D928-499B-BA74-B4985A1E7C9E}" srcOrd="2" destOrd="0" presId="urn:microsoft.com/office/officeart/2005/8/layout/chevron1"/>
    <dgm:cxn modelId="{A392C899-162E-405E-873A-8217B1C297EB}" type="presParOf" srcId="{5538D79C-CDBA-4FEE-92EB-C26F9A8CD16A}" destId="{BCCA8ABA-4005-4611-8D66-391F9315FC54}" srcOrd="3" destOrd="0" presId="urn:microsoft.com/office/officeart/2005/8/layout/chevron1"/>
    <dgm:cxn modelId="{048C6A3D-EF08-415C-AF90-CE1EA2870AC3}" type="presParOf" srcId="{5538D79C-CDBA-4FEE-92EB-C26F9A8CD16A}" destId="{C9F3559A-BC51-465B-8AA2-66A3DCA322B7}" srcOrd="4" destOrd="0" presId="urn:microsoft.com/office/officeart/2005/8/layout/chevron1"/>
    <dgm:cxn modelId="{A19CA3AC-F72C-429E-81D1-F867546A42DB}" type="presParOf" srcId="{5538D79C-CDBA-4FEE-92EB-C26F9A8CD16A}" destId="{E49F4D87-FA2E-4107-A8BF-74D8F6789155}" srcOrd="5" destOrd="0" presId="urn:microsoft.com/office/officeart/2005/8/layout/chevron1"/>
    <dgm:cxn modelId="{FC07E845-355E-4EFF-A6F9-205505759733}" type="presParOf" srcId="{5538D79C-CDBA-4FEE-92EB-C26F9A8CD16A}" destId="{A940B3B7-CB92-4383-A5B7-88659BAA24F1}" srcOrd="6" destOrd="0" presId="urn:microsoft.com/office/officeart/2005/8/layout/chevron1"/>
    <dgm:cxn modelId="{AF594D62-DC75-47E5-8F9E-8C89F0ACFD34}" type="presParOf" srcId="{5538D79C-CDBA-4FEE-92EB-C26F9A8CD16A}" destId="{185B226E-0BF3-46F9-A8D8-9BF5506A1707}" srcOrd="7" destOrd="0" presId="urn:microsoft.com/office/officeart/2005/8/layout/chevron1"/>
    <dgm:cxn modelId="{6CE2D71C-5139-4D23-B797-1291257CAF6B}" type="presParOf" srcId="{5538D79C-CDBA-4FEE-92EB-C26F9A8CD16A}" destId="{7349404C-35C2-49C0-BBE9-7444F68DEE9E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A4CAE5A8-AEEF-49FA-94E2-A43717631DFF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4C1D3A04-6772-434B-ABD3-9D996EE42475}">
      <dgm:prSet phldrT="[Text]" custT="1"/>
      <dgm:spPr>
        <a:solidFill>
          <a:schemeClr val="accent5">
            <a:lumMod val="20000"/>
            <a:lumOff val="8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accent5">
                  <a:lumMod val="60000"/>
                  <a:lumOff val="40000"/>
                </a:schemeClr>
              </a:solidFill>
            </a:rPr>
            <a:t>Introducción</a:t>
          </a:r>
        </a:p>
      </dgm:t>
    </dgm:pt>
    <dgm:pt modelId="{E8186680-9E8A-486C-AD65-5030C728D023}" type="parTrans" cxnId="{F981CBAB-ED40-4A26-A27F-DA325F4C6107}">
      <dgm:prSet/>
      <dgm:spPr/>
      <dgm:t>
        <a:bodyPr/>
        <a:lstStyle/>
        <a:p>
          <a:endParaRPr lang="en-US" sz="1400"/>
        </a:p>
      </dgm:t>
    </dgm:pt>
    <dgm:pt modelId="{AA307E74-CB02-47EE-8F0C-49BFA2D738F9}" type="sibTrans" cxnId="{F981CBAB-ED40-4A26-A27F-DA325F4C6107}">
      <dgm:prSet/>
      <dgm:spPr/>
      <dgm:t>
        <a:bodyPr/>
        <a:lstStyle/>
        <a:p>
          <a:endParaRPr lang="en-US" sz="1400"/>
        </a:p>
      </dgm:t>
    </dgm:pt>
    <dgm:pt modelId="{1699E284-74D5-4CFA-9A6C-C5786B3A3EDF}">
      <dgm:prSet phldrT="[Text]" custT="1"/>
      <dgm:spPr>
        <a:solidFill>
          <a:schemeClr val="accent5">
            <a:lumMod val="20000"/>
            <a:lumOff val="8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accent5">
                  <a:lumMod val="60000"/>
                  <a:lumOff val="40000"/>
                </a:schemeClr>
              </a:solidFill>
            </a:rPr>
            <a:t>Metodología</a:t>
          </a:r>
        </a:p>
      </dgm:t>
    </dgm:pt>
    <dgm:pt modelId="{218CEB4E-3C40-4B32-A406-15F50D267886}" type="parTrans" cxnId="{73F41977-F5EE-4BBC-836B-D77308F722F5}">
      <dgm:prSet/>
      <dgm:spPr/>
      <dgm:t>
        <a:bodyPr/>
        <a:lstStyle/>
        <a:p>
          <a:endParaRPr lang="en-US" sz="1400"/>
        </a:p>
      </dgm:t>
    </dgm:pt>
    <dgm:pt modelId="{FF9098AB-C328-445C-81FC-F4F779C1C3C0}" type="sibTrans" cxnId="{73F41977-F5EE-4BBC-836B-D77308F722F5}">
      <dgm:prSet/>
      <dgm:spPr/>
      <dgm:t>
        <a:bodyPr/>
        <a:lstStyle/>
        <a:p>
          <a:endParaRPr lang="en-US" sz="1400"/>
        </a:p>
      </dgm:t>
    </dgm:pt>
    <dgm:pt modelId="{FB6D3C1D-DA7E-4FE1-8C7B-3B1EAEDAB6E3}">
      <dgm:prSet phldrT="[Text]" custT="1"/>
      <dgm:spPr>
        <a:solidFill>
          <a:schemeClr val="accent3">
            <a:lumMod val="60000"/>
            <a:lumOff val="4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tx1"/>
              </a:solidFill>
            </a:rPr>
            <a:t>Resultados</a:t>
          </a:r>
        </a:p>
      </dgm:t>
    </dgm:pt>
    <dgm:pt modelId="{0CEA7859-A880-4923-B8CD-2F8C3841E4E5}" type="parTrans" cxnId="{C64A8678-096E-4DF2-ABCA-B6DD97FEE4C5}">
      <dgm:prSet/>
      <dgm:spPr/>
      <dgm:t>
        <a:bodyPr/>
        <a:lstStyle/>
        <a:p>
          <a:endParaRPr lang="en-US" sz="1400"/>
        </a:p>
      </dgm:t>
    </dgm:pt>
    <dgm:pt modelId="{5EFA851D-DC4F-4342-9FEA-E0E173DA5402}" type="sibTrans" cxnId="{C64A8678-096E-4DF2-ABCA-B6DD97FEE4C5}">
      <dgm:prSet/>
      <dgm:spPr/>
      <dgm:t>
        <a:bodyPr/>
        <a:lstStyle/>
        <a:p>
          <a:endParaRPr lang="en-US" sz="1400"/>
        </a:p>
      </dgm:t>
    </dgm:pt>
    <dgm:pt modelId="{BB08484F-DE85-4026-ABA5-050FA029454A}">
      <dgm:prSet phldrT="[Text]" custT="1"/>
      <dgm:spPr>
        <a:solidFill>
          <a:schemeClr val="accent6">
            <a:lumMod val="20000"/>
            <a:lumOff val="8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accent5">
                  <a:lumMod val="60000"/>
                  <a:lumOff val="40000"/>
                </a:schemeClr>
              </a:solidFill>
            </a:rPr>
            <a:t>Discusión</a:t>
          </a:r>
        </a:p>
      </dgm:t>
    </dgm:pt>
    <dgm:pt modelId="{275C28E1-66D4-46BA-9E8F-A29C2D8126C0}" type="parTrans" cxnId="{27D9C115-0304-480E-AF5C-0F7F92A67676}">
      <dgm:prSet/>
      <dgm:spPr/>
      <dgm:t>
        <a:bodyPr/>
        <a:lstStyle/>
        <a:p>
          <a:endParaRPr lang="en-US" sz="1400"/>
        </a:p>
      </dgm:t>
    </dgm:pt>
    <dgm:pt modelId="{81EB3D4E-43B3-46AF-AD32-AEA86105323D}" type="sibTrans" cxnId="{27D9C115-0304-480E-AF5C-0F7F92A67676}">
      <dgm:prSet/>
      <dgm:spPr/>
      <dgm:t>
        <a:bodyPr/>
        <a:lstStyle/>
        <a:p>
          <a:endParaRPr lang="en-US" sz="1400"/>
        </a:p>
      </dgm:t>
    </dgm:pt>
    <dgm:pt modelId="{76E2BD61-632F-4DCC-8011-9F8A2B2ED7F2}">
      <dgm:prSet custT="1"/>
      <dgm:spPr>
        <a:solidFill>
          <a:schemeClr val="accent6">
            <a:lumMod val="20000"/>
            <a:lumOff val="8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accent5">
                  <a:lumMod val="60000"/>
                  <a:lumOff val="40000"/>
                </a:schemeClr>
              </a:solidFill>
            </a:rPr>
            <a:t>Conclusiones</a:t>
          </a:r>
        </a:p>
      </dgm:t>
    </dgm:pt>
    <dgm:pt modelId="{A0C6FB14-A513-446A-8B6F-408CDA1E0BC0}" type="parTrans" cxnId="{2768130A-C9F2-4E87-9025-3921F25E68A3}">
      <dgm:prSet/>
      <dgm:spPr/>
      <dgm:t>
        <a:bodyPr/>
        <a:lstStyle/>
        <a:p>
          <a:endParaRPr lang="en-US" sz="1400"/>
        </a:p>
      </dgm:t>
    </dgm:pt>
    <dgm:pt modelId="{B416EFA4-A10C-4CAE-B96C-D94EF06FD320}" type="sibTrans" cxnId="{2768130A-C9F2-4E87-9025-3921F25E68A3}">
      <dgm:prSet/>
      <dgm:spPr/>
      <dgm:t>
        <a:bodyPr/>
        <a:lstStyle/>
        <a:p>
          <a:endParaRPr lang="en-US" sz="1400"/>
        </a:p>
      </dgm:t>
    </dgm:pt>
    <dgm:pt modelId="{5538D79C-CDBA-4FEE-92EB-C26F9A8CD16A}" type="pres">
      <dgm:prSet presAssocID="{A4CAE5A8-AEEF-49FA-94E2-A43717631DFF}" presName="Name0" presStyleCnt="0">
        <dgm:presLayoutVars>
          <dgm:dir/>
          <dgm:animLvl val="lvl"/>
          <dgm:resizeHandles val="exact"/>
        </dgm:presLayoutVars>
      </dgm:prSet>
      <dgm:spPr/>
    </dgm:pt>
    <dgm:pt modelId="{9E4B01F8-C2A8-4556-87FF-C1BB9086ED3D}" type="pres">
      <dgm:prSet presAssocID="{4C1D3A04-6772-434B-ABD3-9D996EE42475}" presName="parTxOnly" presStyleLbl="node1" presStyleIdx="0" presStyleCnt="5" custScaleX="115170" custLinFactNeighborX="7189">
        <dgm:presLayoutVars>
          <dgm:chMax val="0"/>
          <dgm:chPref val="0"/>
          <dgm:bulletEnabled val="1"/>
        </dgm:presLayoutVars>
      </dgm:prSet>
      <dgm:spPr/>
    </dgm:pt>
    <dgm:pt modelId="{B9921F70-4117-42D9-AFA9-8869792C4583}" type="pres">
      <dgm:prSet presAssocID="{AA307E74-CB02-47EE-8F0C-49BFA2D738F9}" presName="parTxOnlySpace" presStyleCnt="0"/>
      <dgm:spPr/>
    </dgm:pt>
    <dgm:pt modelId="{8340CC42-D928-499B-BA74-B4985A1E7C9E}" type="pres">
      <dgm:prSet presAssocID="{1699E284-74D5-4CFA-9A6C-C5786B3A3EDF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BCCA8ABA-4005-4611-8D66-391F9315FC54}" type="pres">
      <dgm:prSet presAssocID="{FF9098AB-C328-445C-81FC-F4F779C1C3C0}" presName="parTxOnlySpace" presStyleCnt="0"/>
      <dgm:spPr/>
    </dgm:pt>
    <dgm:pt modelId="{C9F3559A-BC51-465B-8AA2-66A3DCA322B7}" type="pres">
      <dgm:prSet presAssocID="{FB6D3C1D-DA7E-4FE1-8C7B-3B1EAEDAB6E3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E49F4D87-FA2E-4107-A8BF-74D8F6789155}" type="pres">
      <dgm:prSet presAssocID="{5EFA851D-DC4F-4342-9FEA-E0E173DA5402}" presName="parTxOnlySpace" presStyleCnt="0"/>
      <dgm:spPr/>
    </dgm:pt>
    <dgm:pt modelId="{A940B3B7-CB92-4383-A5B7-88659BAA24F1}" type="pres">
      <dgm:prSet presAssocID="{BB08484F-DE85-4026-ABA5-050FA029454A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185B226E-0BF3-46F9-A8D8-9BF5506A1707}" type="pres">
      <dgm:prSet presAssocID="{81EB3D4E-43B3-46AF-AD32-AEA86105323D}" presName="parTxOnlySpace" presStyleCnt="0"/>
      <dgm:spPr/>
    </dgm:pt>
    <dgm:pt modelId="{7349404C-35C2-49C0-BBE9-7444F68DEE9E}" type="pres">
      <dgm:prSet presAssocID="{76E2BD61-632F-4DCC-8011-9F8A2B2ED7F2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2768130A-C9F2-4E87-9025-3921F25E68A3}" srcId="{A4CAE5A8-AEEF-49FA-94E2-A43717631DFF}" destId="{76E2BD61-632F-4DCC-8011-9F8A2B2ED7F2}" srcOrd="4" destOrd="0" parTransId="{A0C6FB14-A513-446A-8B6F-408CDA1E0BC0}" sibTransId="{B416EFA4-A10C-4CAE-B96C-D94EF06FD320}"/>
    <dgm:cxn modelId="{27D9C115-0304-480E-AF5C-0F7F92A67676}" srcId="{A4CAE5A8-AEEF-49FA-94E2-A43717631DFF}" destId="{BB08484F-DE85-4026-ABA5-050FA029454A}" srcOrd="3" destOrd="0" parTransId="{275C28E1-66D4-46BA-9E8F-A29C2D8126C0}" sibTransId="{81EB3D4E-43B3-46AF-AD32-AEA86105323D}"/>
    <dgm:cxn modelId="{F033BB6E-07D7-421B-9E58-106BAC789CBD}" type="presOf" srcId="{1699E284-74D5-4CFA-9A6C-C5786B3A3EDF}" destId="{8340CC42-D928-499B-BA74-B4985A1E7C9E}" srcOrd="0" destOrd="0" presId="urn:microsoft.com/office/officeart/2005/8/layout/chevron1"/>
    <dgm:cxn modelId="{73F41977-F5EE-4BBC-836B-D77308F722F5}" srcId="{A4CAE5A8-AEEF-49FA-94E2-A43717631DFF}" destId="{1699E284-74D5-4CFA-9A6C-C5786B3A3EDF}" srcOrd="1" destOrd="0" parTransId="{218CEB4E-3C40-4B32-A406-15F50D267886}" sibTransId="{FF9098AB-C328-445C-81FC-F4F779C1C3C0}"/>
    <dgm:cxn modelId="{C64A8678-096E-4DF2-ABCA-B6DD97FEE4C5}" srcId="{A4CAE5A8-AEEF-49FA-94E2-A43717631DFF}" destId="{FB6D3C1D-DA7E-4FE1-8C7B-3B1EAEDAB6E3}" srcOrd="2" destOrd="0" parTransId="{0CEA7859-A880-4923-B8CD-2F8C3841E4E5}" sibTransId="{5EFA851D-DC4F-4342-9FEA-E0E173DA5402}"/>
    <dgm:cxn modelId="{ACBEAF87-5CE4-4BFC-ABDD-B7A000D59F11}" type="presOf" srcId="{FB6D3C1D-DA7E-4FE1-8C7B-3B1EAEDAB6E3}" destId="{C9F3559A-BC51-465B-8AA2-66A3DCA322B7}" srcOrd="0" destOrd="0" presId="urn:microsoft.com/office/officeart/2005/8/layout/chevron1"/>
    <dgm:cxn modelId="{163751A7-3FC2-4A3A-A447-2F804C15B1DC}" type="presOf" srcId="{76E2BD61-632F-4DCC-8011-9F8A2B2ED7F2}" destId="{7349404C-35C2-49C0-BBE9-7444F68DEE9E}" srcOrd="0" destOrd="0" presId="urn:microsoft.com/office/officeart/2005/8/layout/chevron1"/>
    <dgm:cxn modelId="{F981CBAB-ED40-4A26-A27F-DA325F4C6107}" srcId="{A4CAE5A8-AEEF-49FA-94E2-A43717631DFF}" destId="{4C1D3A04-6772-434B-ABD3-9D996EE42475}" srcOrd="0" destOrd="0" parTransId="{E8186680-9E8A-486C-AD65-5030C728D023}" sibTransId="{AA307E74-CB02-47EE-8F0C-49BFA2D738F9}"/>
    <dgm:cxn modelId="{104ED3AE-0F58-40D8-AF99-66E6D707C1CE}" type="presOf" srcId="{BB08484F-DE85-4026-ABA5-050FA029454A}" destId="{A940B3B7-CB92-4383-A5B7-88659BAA24F1}" srcOrd="0" destOrd="0" presId="urn:microsoft.com/office/officeart/2005/8/layout/chevron1"/>
    <dgm:cxn modelId="{E725F6C0-EFB9-43C6-858E-FE4AA0A00CCA}" type="presOf" srcId="{A4CAE5A8-AEEF-49FA-94E2-A43717631DFF}" destId="{5538D79C-CDBA-4FEE-92EB-C26F9A8CD16A}" srcOrd="0" destOrd="0" presId="urn:microsoft.com/office/officeart/2005/8/layout/chevron1"/>
    <dgm:cxn modelId="{844C89C9-3B87-4117-8E7F-91226893FA18}" type="presOf" srcId="{4C1D3A04-6772-434B-ABD3-9D996EE42475}" destId="{9E4B01F8-C2A8-4556-87FF-C1BB9086ED3D}" srcOrd="0" destOrd="0" presId="urn:microsoft.com/office/officeart/2005/8/layout/chevron1"/>
    <dgm:cxn modelId="{F4C08D2B-513D-4FC7-A9D4-F21160EFC52D}" type="presParOf" srcId="{5538D79C-CDBA-4FEE-92EB-C26F9A8CD16A}" destId="{9E4B01F8-C2A8-4556-87FF-C1BB9086ED3D}" srcOrd="0" destOrd="0" presId="urn:microsoft.com/office/officeart/2005/8/layout/chevron1"/>
    <dgm:cxn modelId="{51F49FC3-FC8B-41D5-BF20-F9332AD9F417}" type="presParOf" srcId="{5538D79C-CDBA-4FEE-92EB-C26F9A8CD16A}" destId="{B9921F70-4117-42D9-AFA9-8869792C4583}" srcOrd="1" destOrd="0" presId="urn:microsoft.com/office/officeart/2005/8/layout/chevron1"/>
    <dgm:cxn modelId="{495AB8D3-0DD4-4EEB-A949-E395F2663A39}" type="presParOf" srcId="{5538D79C-CDBA-4FEE-92EB-C26F9A8CD16A}" destId="{8340CC42-D928-499B-BA74-B4985A1E7C9E}" srcOrd="2" destOrd="0" presId="urn:microsoft.com/office/officeart/2005/8/layout/chevron1"/>
    <dgm:cxn modelId="{A392C899-162E-405E-873A-8217B1C297EB}" type="presParOf" srcId="{5538D79C-CDBA-4FEE-92EB-C26F9A8CD16A}" destId="{BCCA8ABA-4005-4611-8D66-391F9315FC54}" srcOrd="3" destOrd="0" presId="urn:microsoft.com/office/officeart/2005/8/layout/chevron1"/>
    <dgm:cxn modelId="{048C6A3D-EF08-415C-AF90-CE1EA2870AC3}" type="presParOf" srcId="{5538D79C-CDBA-4FEE-92EB-C26F9A8CD16A}" destId="{C9F3559A-BC51-465B-8AA2-66A3DCA322B7}" srcOrd="4" destOrd="0" presId="urn:microsoft.com/office/officeart/2005/8/layout/chevron1"/>
    <dgm:cxn modelId="{A19CA3AC-F72C-429E-81D1-F867546A42DB}" type="presParOf" srcId="{5538D79C-CDBA-4FEE-92EB-C26F9A8CD16A}" destId="{E49F4D87-FA2E-4107-A8BF-74D8F6789155}" srcOrd="5" destOrd="0" presId="urn:microsoft.com/office/officeart/2005/8/layout/chevron1"/>
    <dgm:cxn modelId="{FC07E845-355E-4EFF-A6F9-205505759733}" type="presParOf" srcId="{5538D79C-CDBA-4FEE-92EB-C26F9A8CD16A}" destId="{A940B3B7-CB92-4383-A5B7-88659BAA24F1}" srcOrd="6" destOrd="0" presId="urn:microsoft.com/office/officeart/2005/8/layout/chevron1"/>
    <dgm:cxn modelId="{AF594D62-DC75-47E5-8F9E-8C89F0ACFD34}" type="presParOf" srcId="{5538D79C-CDBA-4FEE-92EB-C26F9A8CD16A}" destId="{185B226E-0BF3-46F9-A8D8-9BF5506A1707}" srcOrd="7" destOrd="0" presId="urn:microsoft.com/office/officeart/2005/8/layout/chevron1"/>
    <dgm:cxn modelId="{6CE2D71C-5139-4D23-B797-1291257CAF6B}" type="presParOf" srcId="{5538D79C-CDBA-4FEE-92EB-C26F9A8CD16A}" destId="{7349404C-35C2-49C0-BBE9-7444F68DEE9E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A4CAE5A8-AEEF-49FA-94E2-A43717631DFF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4C1D3A04-6772-434B-ABD3-9D996EE42475}">
      <dgm:prSet phldrT="[Text]" custT="1"/>
      <dgm:spPr>
        <a:solidFill>
          <a:schemeClr val="accent5">
            <a:lumMod val="20000"/>
            <a:lumOff val="8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accent5">
                  <a:lumMod val="60000"/>
                  <a:lumOff val="40000"/>
                </a:schemeClr>
              </a:solidFill>
            </a:rPr>
            <a:t>Introducción</a:t>
          </a:r>
        </a:p>
      </dgm:t>
    </dgm:pt>
    <dgm:pt modelId="{E8186680-9E8A-486C-AD65-5030C728D023}" type="parTrans" cxnId="{F981CBAB-ED40-4A26-A27F-DA325F4C6107}">
      <dgm:prSet/>
      <dgm:spPr/>
      <dgm:t>
        <a:bodyPr/>
        <a:lstStyle/>
        <a:p>
          <a:endParaRPr lang="en-US" sz="1400"/>
        </a:p>
      </dgm:t>
    </dgm:pt>
    <dgm:pt modelId="{AA307E74-CB02-47EE-8F0C-49BFA2D738F9}" type="sibTrans" cxnId="{F981CBAB-ED40-4A26-A27F-DA325F4C6107}">
      <dgm:prSet/>
      <dgm:spPr/>
      <dgm:t>
        <a:bodyPr/>
        <a:lstStyle/>
        <a:p>
          <a:endParaRPr lang="en-US" sz="1400"/>
        </a:p>
      </dgm:t>
    </dgm:pt>
    <dgm:pt modelId="{1699E284-74D5-4CFA-9A6C-C5786B3A3EDF}">
      <dgm:prSet phldrT="[Text]" custT="1"/>
      <dgm:spPr>
        <a:solidFill>
          <a:schemeClr val="accent5">
            <a:lumMod val="20000"/>
            <a:lumOff val="8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accent5">
                  <a:lumMod val="60000"/>
                  <a:lumOff val="40000"/>
                </a:schemeClr>
              </a:solidFill>
            </a:rPr>
            <a:t>Metodología</a:t>
          </a:r>
        </a:p>
      </dgm:t>
    </dgm:pt>
    <dgm:pt modelId="{218CEB4E-3C40-4B32-A406-15F50D267886}" type="parTrans" cxnId="{73F41977-F5EE-4BBC-836B-D77308F722F5}">
      <dgm:prSet/>
      <dgm:spPr/>
      <dgm:t>
        <a:bodyPr/>
        <a:lstStyle/>
        <a:p>
          <a:endParaRPr lang="en-US" sz="1400"/>
        </a:p>
      </dgm:t>
    </dgm:pt>
    <dgm:pt modelId="{FF9098AB-C328-445C-81FC-F4F779C1C3C0}" type="sibTrans" cxnId="{73F41977-F5EE-4BBC-836B-D77308F722F5}">
      <dgm:prSet/>
      <dgm:spPr/>
      <dgm:t>
        <a:bodyPr/>
        <a:lstStyle/>
        <a:p>
          <a:endParaRPr lang="en-US" sz="1400"/>
        </a:p>
      </dgm:t>
    </dgm:pt>
    <dgm:pt modelId="{FB6D3C1D-DA7E-4FE1-8C7B-3B1EAEDAB6E3}">
      <dgm:prSet phldrT="[Text]" custT="1"/>
      <dgm:spPr>
        <a:solidFill>
          <a:schemeClr val="accent3">
            <a:lumMod val="60000"/>
            <a:lumOff val="4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tx1"/>
              </a:solidFill>
            </a:rPr>
            <a:t>Resultados</a:t>
          </a:r>
        </a:p>
      </dgm:t>
    </dgm:pt>
    <dgm:pt modelId="{0CEA7859-A880-4923-B8CD-2F8C3841E4E5}" type="parTrans" cxnId="{C64A8678-096E-4DF2-ABCA-B6DD97FEE4C5}">
      <dgm:prSet/>
      <dgm:spPr/>
      <dgm:t>
        <a:bodyPr/>
        <a:lstStyle/>
        <a:p>
          <a:endParaRPr lang="en-US" sz="1400"/>
        </a:p>
      </dgm:t>
    </dgm:pt>
    <dgm:pt modelId="{5EFA851D-DC4F-4342-9FEA-E0E173DA5402}" type="sibTrans" cxnId="{C64A8678-096E-4DF2-ABCA-B6DD97FEE4C5}">
      <dgm:prSet/>
      <dgm:spPr/>
      <dgm:t>
        <a:bodyPr/>
        <a:lstStyle/>
        <a:p>
          <a:endParaRPr lang="en-US" sz="1400"/>
        </a:p>
      </dgm:t>
    </dgm:pt>
    <dgm:pt modelId="{BB08484F-DE85-4026-ABA5-050FA029454A}">
      <dgm:prSet phldrT="[Text]" custT="1"/>
      <dgm:spPr>
        <a:solidFill>
          <a:schemeClr val="accent6">
            <a:lumMod val="20000"/>
            <a:lumOff val="8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accent5">
                  <a:lumMod val="60000"/>
                  <a:lumOff val="40000"/>
                </a:schemeClr>
              </a:solidFill>
            </a:rPr>
            <a:t>Discusión</a:t>
          </a:r>
        </a:p>
      </dgm:t>
    </dgm:pt>
    <dgm:pt modelId="{275C28E1-66D4-46BA-9E8F-A29C2D8126C0}" type="parTrans" cxnId="{27D9C115-0304-480E-AF5C-0F7F92A67676}">
      <dgm:prSet/>
      <dgm:spPr/>
      <dgm:t>
        <a:bodyPr/>
        <a:lstStyle/>
        <a:p>
          <a:endParaRPr lang="en-US" sz="1400"/>
        </a:p>
      </dgm:t>
    </dgm:pt>
    <dgm:pt modelId="{81EB3D4E-43B3-46AF-AD32-AEA86105323D}" type="sibTrans" cxnId="{27D9C115-0304-480E-AF5C-0F7F92A67676}">
      <dgm:prSet/>
      <dgm:spPr/>
      <dgm:t>
        <a:bodyPr/>
        <a:lstStyle/>
        <a:p>
          <a:endParaRPr lang="en-US" sz="1400"/>
        </a:p>
      </dgm:t>
    </dgm:pt>
    <dgm:pt modelId="{76E2BD61-632F-4DCC-8011-9F8A2B2ED7F2}">
      <dgm:prSet custT="1"/>
      <dgm:spPr>
        <a:solidFill>
          <a:schemeClr val="accent6">
            <a:lumMod val="20000"/>
            <a:lumOff val="8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accent5">
                  <a:lumMod val="60000"/>
                  <a:lumOff val="40000"/>
                </a:schemeClr>
              </a:solidFill>
            </a:rPr>
            <a:t>Conclusiones</a:t>
          </a:r>
        </a:p>
      </dgm:t>
    </dgm:pt>
    <dgm:pt modelId="{A0C6FB14-A513-446A-8B6F-408CDA1E0BC0}" type="parTrans" cxnId="{2768130A-C9F2-4E87-9025-3921F25E68A3}">
      <dgm:prSet/>
      <dgm:spPr/>
      <dgm:t>
        <a:bodyPr/>
        <a:lstStyle/>
        <a:p>
          <a:endParaRPr lang="en-US" sz="1400"/>
        </a:p>
      </dgm:t>
    </dgm:pt>
    <dgm:pt modelId="{B416EFA4-A10C-4CAE-B96C-D94EF06FD320}" type="sibTrans" cxnId="{2768130A-C9F2-4E87-9025-3921F25E68A3}">
      <dgm:prSet/>
      <dgm:spPr/>
      <dgm:t>
        <a:bodyPr/>
        <a:lstStyle/>
        <a:p>
          <a:endParaRPr lang="en-US" sz="1400"/>
        </a:p>
      </dgm:t>
    </dgm:pt>
    <dgm:pt modelId="{5538D79C-CDBA-4FEE-92EB-C26F9A8CD16A}" type="pres">
      <dgm:prSet presAssocID="{A4CAE5A8-AEEF-49FA-94E2-A43717631DFF}" presName="Name0" presStyleCnt="0">
        <dgm:presLayoutVars>
          <dgm:dir/>
          <dgm:animLvl val="lvl"/>
          <dgm:resizeHandles val="exact"/>
        </dgm:presLayoutVars>
      </dgm:prSet>
      <dgm:spPr/>
    </dgm:pt>
    <dgm:pt modelId="{9E4B01F8-C2A8-4556-87FF-C1BB9086ED3D}" type="pres">
      <dgm:prSet presAssocID="{4C1D3A04-6772-434B-ABD3-9D996EE42475}" presName="parTxOnly" presStyleLbl="node1" presStyleIdx="0" presStyleCnt="5" custScaleX="115170" custLinFactNeighborX="7189">
        <dgm:presLayoutVars>
          <dgm:chMax val="0"/>
          <dgm:chPref val="0"/>
          <dgm:bulletEnabled val="1"/>
        </dgm:presLayoutVars>
      </dgm:prSet>
      <dgm:spPr/>
    </dgm:pt>
    <dgm:pt modelId="{B9921F70-4117-42D9-AFA9-8869792C4583}" type="pres">
      <dgm:prSet presAssocID="{AA307E74-CB02-47EE-8F0C-49BFA2D738F9}" presName="parTxOnlySpace" presStyleCnt="0"/>
      <dgm:spPr/>
    </dgm:pt>
    <dgm:pt modelId="{8340CC42-D928-499B-BA74-B4985A1E7C9E}" type="pres">
      <dgm:prSet presAssocID="{1699E284-74D5-4CFA-9A6C-C5786B3A3EDF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BCCA8ABA-4005-4611-8D66-391F9315FC54}" type="pres">
      <dgm:prSet presAssocID="{FF9098AB-C328-445C-81FC-F4F779C1C3C0}" presName="parTxOnlySpace" presStyleCnt="0"/>
      <dgm:spPr/>
    </dgm:pt>
    <dgm:pt modelId="{C9F3559A-BC51-465B-8AA2-66A3DCA322B7}" type="pres">
      <dgm:prSet presAssocID="{FB6D3C1D-DA7E-4FE1-8C7B-3B1EAEDAB6E3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E49F4D87-FA2E-4107-A8BF-74D8F6789155}" type="pres">
      <dgm:prSet presAssocID="{5EFA851D-DC4F-4342-9FEA-E0E173DA5402}" presName="parTxOnlySpace" presStyleCnt="0"/>
      <dgm:spPr/>
    </dgm:pt>
    <dgm:pt modelId="{A940B3B7-CB92-4383-A5B7-88659BAA24F1}" type="pres">
      <dgm:prSet presAssocID="{BB08484F-DE85-4026-ABA5-050FA029454A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185B226E-0BF3-46F9-A8D8-9BF5506A1707}" type="pres">
      <dgm:prSet presAssocID="{81EB3D4E-43B3-46AF-AD32-AEA86105323D}" presName="parTxOnlySpace" presStyleCnt="0"/>
      <dgm:spPr/>
    </dgm:pt>
    <dgm:pt modelId="{7349404C-35C2-49C0-BBE9-7444F68DEE9E}" type="pres">
      <dgm:prSet presAssocID="{76E2BD61-632F-4DCC-8011-9F8A2B2ED7F2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2768130A-C9F2-4E87-9025-3921F25E68A3}" srcId="{A4CAE5A8-AEEF-49FA-94E2-A43717631DFF}" destId="{76E2BD61-632F-4DCC-8011-9F8A2B2ED7F2}" srcOrd="4" destOrd="0" parTransId="{A0C6FB14-A513-446A-8B6F-408CDA1E0BC0}" sibTransId="{B416EFA4-A10C-4CAE-B96C-D94EF06FD320}"/>
    <dgm:cxn modelId="{27D9C115-0304-480E-AF5C-0F7F92A67676}" srcId="{A4CAE5A8-AEEF-49FA-94E2-A43717631DFF}" destId="{BB08484F-DE85-4026-ABA5-050FA029454A}" srcOrd="3" destOrd="0" parTransId="{275C28E1-66D4-46BA-9E8F-A29C2D8126C0}" sibTransId="{81EB3D4E-43B3-46AF-AD32-AEA86105323D}"/>
    <dgm:cxn modelId="{F033BB6E-07D7-421B-9E58-106BAC789CBD}" type="presOf" srcId="{1699E284-74D5-4CFA-9A6C-C5786B3A3EDF}" destId="{8340CC42-D928-499B-BA74-B4985A1E7C9E}" srcOrd="0" destOrd="0" presId="urn:microsoft.com/office/officeart/2005/8/layout/chevron1"/>
    <dgm:cxn modelId="{73F41977-F5EE-4BBC-836B-D77308F722F5}" srcId="{A4CAE5A8-AEEF-49FA-94E2-A43717631DFF}" destId="{1699E284-74D5-4CFA-9A6C-C5786B3A3EDF}" srcOrd="1" destOrd="0" parTransId="{218CEB4E-3C40-4B32-A406-15F50D267886}" sibTransId="{FF9098AB-C328-445C-81FC-F4F779C1C3C0}"/>
    <dgm:cxn modelId="{C64A8678-096E-4DF2-ABCA-B6DD97FEE4C5}" srcId="{A4CAE5A8-AEEF-49FA-94E2-A43717631DFF}" destId="{FB6D3C1D-DA7E-4FE1-8C7B-3B1EAEDAB6E3}" srcOrd="2" destOrd="0" parTransId="{0CEA7859-A880-4923-B8CD-2F8C3841E4E5}" sibTransId="{5EFA851D-DC4F-4342-9FEA-E0E173DA5402}"/>
    <dgm:cxn modelId="{ACBEAF87-5CE4-4BFC-ABDD-B7A000D59F11}" type="presOf" srcId="{FB6D3C1D-DA7E-4FE1-8C7B-3B1EAEDAB6E3}" destId="{C9F3559A-BC51-465B-8AA2-66A3DCA322B7}" srcOrd="0" destOrd="0" presId="urn:microsoft.com/office/officeart/2005/8/layout/chevron1"/>
    <dgm:cxn modelId="{163751A7-3FC2-4A3A-A447-2F804C15B1DC}" type="presOf" srcId="{76E2BD61-632F-4DCC-8011-9F8A2B2ED7F2}" destId="{7349404C-35C2-49C0-BBE9-7444F68DEE9E}" srcOrd="0" destOrd="0" presId="urn:microsoft.com/office/officeart/2005/8/layout/chevron1"/>
    <dgm:cxn modelId="{F981CBAB-ED40-4A26-A27F-DA325F4C6107}" srcId="{A4CAE5A8-AEEF-49FA-94E2-A43717631DFF}" destId="{4C1D3A04-6772-434B-ABD3-9D996EE42475}" srcOrd="0" destOrd="0" parTransId="{E8186680-9E8A-486C-AD65-5030C728D023}" sibTransId="{AA307E74-CB02-47EE-8F0C-49BFA2D738F9}"/>
    <dgm:cxn modelId="{104ED3AE-0F58-40D8-AF99-66E6D707C1CE}" type="presOf" srcId="{BB08484F-DE85-4026-ABA5-050FA029454A}" destId="{A940B3B7-CB92-4383-A5B7-88659BAA24F1}" srcOrd="0" destOrd="0" presId="urn:microsoft.com/office/officeart/2005/8/layout/chevron1"/>
    <dgm:cxn modelId="{E725F6C0-EFB9-43C6-858E-FE4AA0A00CCA}" type="presOf" srcId="{A4CAE5A8-AEEF-49FA-94E2-A43717631DFF}" destId="{5538D79C-CDBA-4FEE-92EB-C26F9A8CD16A}" srcOrd="0" destOrd="0" presId="urn:microsoft.com/office/officeart/2005/8/layout/chevron1"/>
    <dgm:cxn modelId="{844C89C9-3B87-4117-8E7F-91226893FA18}" type="presOf" srcId="{4C1D3A04-6772-434B-ABD3-9D996EE42475}" destId="{9E4B01F8-C2A8-4556-87FF-C1BB9086ED3D}" srcOrd="0" destOrd="0" presId="urn:microsoft.com/office/officeart/2005/8/layout/chevron1"/>
    <dgm:cxn modelId="{F4C08D2B-513D-4FC7-A9D4-F21160EFC52D}" type="presParOf" srcId="{5538D79C-CDBA-4FEE-92EB-C26F9A8CD16A}" destId="{9E4B01F8-C2A8-4556-87FF-C1BB9086ED3D}" srcOrd="0" destOrd="0" presId="urn:microsoft.com/office/officeart/2005/8/layout/chevron1"/>
    <dgm:cxn modelId="{51F49FC3-FC8B-41D5-BF20-F9332AD9F417}" type="presParOf" srcId="{5538D79C-CDBA-4FEE-92EB-C26F9A8CD16A}" destId="{B9921F70-4117-42D9-AFA9-8869792C4583}" srcOrd="1" destOrd="0" presId="urn:microsoft.com/office/officeart/2005/8/layout/chevron1"/>
    <dgm:cxn modelId="{495AB8D3-0DD4-4EEB-A949-E395F2663A39}" type="presParOf" srcId="{5538D79C-CDBA-4FEE-92EB-C26F9A8CD16A}" destId="{8340CC42-D928-499B-BA74-B4985A1E7C9E}" srcOrd="2" destOrd="0" presId="urn:microsoft.com/office/officeart/2005/8/layout/chevron1"/>
    <dgm:cxn modelId="{A392C899-162E-405E-873A-8217B1C297EB}" type="presParOf" srcId="{5538D79C-CDBA-4FEE-92EB-C26F9A8CD16A}" destId="{BCCA8ABA-4005-4611-8D66-391F9315FC54}" srcOrd="3" destOrd="0" presId="urn:microsoft.com/office/officeart/2005/8/layout/chevron1"/>
    <dgm:cxn modelId="{048C6A3D-EF08-415C-AF90-CE1EA2870AC3}" type="presParOf" srcId="{5538D79C-CDBA-4FEE-92EB-C26F9A8CD16A}" destId="{C9F3559A-BC51-465B-8AA2-66A3DCA322B7}" srcOrd="4" destOrd="0" presId="urn:microsoft.com/office/officeart/2005/8/layout/chevron1"/>
    <dgm:cxn modelId="{A19CA3AC-F72C-429E-81D1-F867546A42DB}" type="presParOf" srcId="{5538D79C-CDBA-4FEE-92EB-C26F9A8CD16A}" destId="{E49F4D87-FA2E-4107-A8BF-74D8F6789155}" srcOrd="5" destOrd="0" presId="urn:microsoft.com/office/officeart/2005/8/layout/chevron1"/>
    <dgm:cxn modelId="{FC07E845-355E-4EFF-A6F9-205505759733}" type="presParOf" srcId="{5538D79C-CDBA-4FEE-92EB-C26F9A8CD16A}" destId="{A940B3B7-CB92-4383-A5B7-88659BAA24F1}" srcOrd="6" destOrd="0" presId="urn:microsoft.com/office/officeart/2005/8/layout/chevron1"/>
    <dgm:cxn modelId="{AF594D62-DC75-47E5-8F9E-8C89F0ACFD34}" type="presParOf" srcId="{5538D79C-CDBA-4FEE-92EB-C26F9A8CD16A}" destId="{185B226E-0BF3-46F9-A8D8-9BF5506A1707}" srcOrd="7" destOrd="0" presId="urn:microsoft.com/office/officeart/2005/8/layout/chevron1"/>
    <dgm:cxn modelId="{6CE2D71C-5139-4D23-B797-1291257CAF6B}" type="presParOf" srcId="{5538D79C-CDBA-4FEE-92EB-C26F9A8CD16A}" destId="{7349404C-35C2-49C0-BBE9-7444F68DEE9E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A4CAE5A8-AEEF-49FA-94E2-A43717631DFF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4C1D3A04-6772-434B-ABD3-9D996EE42475}">
      <dgm:prSet phldrT="[Text]" custT="1"/>
      <dgm:spPr>
        <a:solidFill>
          <a:schemeClr val="accent5">
            <a:lumMod val="20000"/>
            <a:lumOff val="8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accent5">
                  <a:lumMod val="60000"/>
                  <a:lumOff val="40000"/>
                </a:schemeClr>
              </a:solidFill>
            </a:rPr>
            <a:t>Introducción</a:t>
          </a:r>
        </a:p>
      </dgm:t>
    </dgm:pt>
    <dgm:pt modelId="{E8186680-9E8A-486C-AD65-5030C728D023}" type="parTrans" cxnId="{F981CBAB-ED40-4A26-A27F-DA325F4C6107}">
      <dgm:prSet/>
      <dgm:spPr/>
      <dgm:t>
        <a:bodyPr/>
        <a:lstStyle/>
        <a:p>
          <a:endParaRPr lang="en-US" sz="1400"/>
        </a:p>
      </dgm:t>
    </dgm:pt>
    <dgm:pt modelId="{AA307E74-CB02-47EE-8F0C-49BFA2D738F9}" type="sibTrans" cxnId="{F981CBAB-ED40-4A26-A27F-DA325F4C6107}">
      <dgm:prSet/>
      <dgm:spPr/>
      <dgm:t>
        <a:bodyPr/>
        <a:lstStyle/>
        <a:p>
          <a:endParaRPr lang="en-US" sz="1400"/>
        </a:p>
      </dgm:t>
    </dgm:pt>
    <dgm:pt modelId="{1699E284-74D5-4CFA-9A6C-C5786B3A3EDF}">
      <dgm:prSet phldrT="[Text]" custT="1"/>
      <dgm:spPr>
        <a:solidFill>
          <a:schemeClr val="accent5">
            <a:lumMod val="20000"/>
            <a:lumOff val="8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accent5">
                  <a:lumMod val="60000"/>
                  <a:lumOff val="40000"/>
                </a:schemeClr>
              </a:solidFill>
            </a:rPr>
            <a:t>Metodología</a:t>
          </a:r>
        </a:p>
      </dgm:t>
    </dgm:pt>
    <dgm:pt modelId="{218CEB4E-3C40-4B32-A406-15F50D267886}" type="parTrans" cxnId="{73F41977-F5EE-4BBC-836B-D77308F722F5}">
      <dgm:prSet/>
      <dgm:spPr/>
      <dgm:t>
        <a:bodyPr/>
        <a:lstStyle/>
        <a:p>
          <a:endParaRPr lang="en-US" sz="1400"/>
        </a:p>
      </dgm:t>
    </dgm:pt>
    <dgm:pt modelId="{FF9098AB-C328-445C-81FC-F4F779C1C3C0}" type="sibTrans" cxnId="{73F41977-F5EE-4BBC-836B-D77308F722F5}">
      <dgm:prSet/>
      <dgm:spPr/>
      <dgm:t>
        <a:bodyPr/>
        <a:lstStyle/>
        <a:p>
          <a:endParaRPr lang="en-US" sz="1400"/>
        </a:p>
      </dgm:t>
    </dgm:pt>
    <dgm:pt modelId="{FB6D3C1D-DA7E-4FE1-8C7B-3B1EAEDAB6E3}">
      <dgm:prSet phldrT="[Text]" custT="1"/>
      <dgm:spPr>
        <a:solidFill>
          <a:schemeClr val="accent5">
            <a:lumMod val="20000"/>
            <a:lumOff val="8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accent5">
                  <a:lumMod val="60000"/>
                  <a:lumOff val="40000"/>
                </a:schemeClr>
              </a:solidFill>
            </a:rPr>
            <a:t>Resultados</a:t>
          </a:r>
        </a:p>
      </dgm:t>
    </dgm:pt>
    <dgm:pt modelId="{0CEA7859-A880-4923-B8CD-2F8C3841E4E5}" type="parTrans" cxnId="{C64A8678-096E-4DF2-ABCA-B6DD97FEE4C5}">
      <dgm:prSet/>
      <dgm:spPr/>
      <dgm:t>
        <a:bodyPr/>
        <a:lstStyle/>
        <a:p>
          <a:endParaRPr lang="en-US" sz="1400"/>
        </a:p>
      </dgm:t>
    </dgm:pt>
    <dgm:pt modelId="{5EFA851D-DC4F-4342-9FEA-E0E173DA5402}" type="sibTrans" cxnId="{C64A8678-096E-4DF2-ABCA-B6DD97FEE4C5}">
      <dgm:prSet/>
      <dgm:spPr/>
      <dgm:t>
        <a:bodyPr/>
        <a:lstStyle/>
        <a:p>
          <a:endParaRPr lang="en-US" sz="1400"/>
        </a:p>
      </dgm:t>
    </dgm:pt>
    <dgm:pt modelId="{BB08484F-DE85-4026-ABA5-050FA029454A}">
      <dgm:prSet phldrT="[Text]" custT="1"/>
      <dgm:spPr>
        <a:solidFill>
          <a:schemeClr val="accent5">
            <a:lumMod val="20000"/>
            <a:lumOff val="8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accent5">
                  <a:lumMod val="60000"/>
                  <a:lumOff val="40000"/>
                </a:schemeClr>
              </a:solidFill>
            </a:rPr>
            <a:t>Discusión</a:t>
          </a:r>
        </a:p>
      </dgm:t>
    </dgm:pt>
    <dgm:pt modelId="{275C28E1-66D4-46BA-9E8F-A29C2D8126C0}" type="parTrans" cxnId="{27D9C115-0304-480E-AF5C-0F7F92A67676}">
      <dgm:prSet/>
      <dgm:spPr/>
      <dgm:t>
        <a:bodyPr/>
        <a:lstStyle/>
        <a:p>
          <a:endParaRPr lang="en-US" sz="1400"/>
        </a:p>
      </dgm:t>
    </dgm:pt>
    <dgm:pt modelId="{81EB3D4E-43B3-46AF-AD32-AEA86105323D}" type="sibTrans" cxnId="{27D9C115-0304-480E-AF5C-0F7F92A67676}">
      <dgm:prSet/>
      <dgm:spPr/>
      <dgm:t>
        <a:bodyPr/>
        <a:lstStyle/>
        <a:p>
          <a:endParaRPr lang="en-US" sz="1400"/>
        </a:p>
      </dgm:t>
    </dgm:pt>
    <dgm:pt modelId="{76E2BD61-632F-4DCC-8011-9F8A2B2ED7F2}">
      <dgm:prSet custT="1"/>
      <dgm:spPr>
        <a:solidFill>
          <a:schemeClr val="accent3">
            <a:lumMod val="60000"/>
            <a:lumOff val="4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tx1"/>
              </a:solidFill>
            </a:rPr>
            <a:t>Conclusiones</a:t>
          </a:r>
        </a:p>
      </dgm:t>
    </dgm:pt>
    <dgm:pt modelId="{A0C6FB14-A513-446A-8B6F-408CDA1E0BC0}" type="parTrans" cxnId="{2768130A-C9F2-4E87-9025-3921F25E68A3}">
      <dgm:prSet/>
      <dgm:spPr/>
      <dgm:t>
        <a:bodyPr/>
        <a:lstStyle/>
        <a:p>
          <a:endParaRPr lang="en-US" sz="1400"/>
        </a:p>
      </dgm:t>
    </dgm:pt>
    <dgm:pt modelId="{B416EFA4-A10C-4CAE-B96C-D94EF06FD320}" type="sibTrans" cxnId="{2768130A-C9F2-4E87-9025-3921F25E68A3}">
      <dgm:prSet/>
      <dgm:spPr/>
      <dgm:t>
        <a:bodyPr/>
        <a:lstStyle/>
        <a:p>
          <a:endParaRPr lang="en-US" sz="1400"/>
        </a:p>
      </dgm:t>
    </dgm:pt>
    <dgm:pt modelId="{5538D79C-CDBA-4FEE-92EB-C26F9A8CD16A}" type="pres">
      <dgm:prSet presAssocID="{A4CAE5A8-AEEF-49FA-94E2-A43717631DFF}" presName="Name0" presStyleCnt="0">
        <dgm:presLayoutVars>
          <dgm:dir/>
          <dgm:animLvl val="lvl"/>
          <dgm:resizeHandles val="exact"/>
        </dgm:presLayoutVars>
      </dgm:prSet>
      <dgm:spPr/>
    </dgm:pt>
    <dgm:pt modelId="{9E4B01F8-C2A8-4556-87FF-C1BB9086ED3D}" type="pres">
      <dgm:prSet presAssocID="{4C1D3A04-6772-434B-ABD3-9D996EE42475}" presName="parTxOnly" presStyleLbl="node1" presStyleIdx="0" presStyleCnt="5" custScaleX="115170" custLinFactNeighborX="7189">
        <dgm:presLayoutVars>
          <dgm:chMax val="0"/>
          <dgm:chPref val="0"/>
          <dgm:bulletEnabled val="1"/>
        </dgm:presLayoutVars>
      </dgm:prSet>
      <dgm:spPr/>
    </dgm:pt>
    <dgm:pt modelId="{B9921F70-4117-42D9-AFA9-8869792C4583}" type="pres">
      <dgm:prSet presAssocID="{AA307E74-CB02-47EE-8F0C-49BFA2D738F9}" presName="parTxOnlySpace" presStyleCnt="0"/>
      <dgm:spPr/>
    </dgm:pt>
    <dgm:pt modelId="{8340CC42-D928-499B-BA74-B4985A1E7C9E}" type="pres">
      <dgm:prSet presAssocID="{1699E284-74D5-4CFA-9A6C-C5786B3A3EDF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BCCA8ABA-4005-4611-8D66-391F9315FC54}" type="pres">
      <dgm:prSet presAssocID="{FF9098AB-C328-445C-81FC-F4F779C1C3C0}" presName="parTxOnlySpace" presStyleCnt="0"/>
      <dgm:spPr/>
    </dgm:pt>
    <dgm:pt modelId="{C9F3559A-BC51-465B-8AA2-66A3DCA322B7}" type="pres">
      <dgm:prSet presAssocID="{FB6D3C1D-DA7E-4FE1-8C7B-3B1EAEDAB6E3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E49F4D87-FA2E-4107-A8BF-74D8F6789155}" type="pres">
      <dgm:prSet presAssocID="{5EFA851D-DC4F-4342-9FEA-E0E173DA5402}" presName="parTxOnlySpace" presStyleCnt="0"/>
      <dgm:spPr/>
    </dgm:pt>
    <dgm:pt modelId="{A940B3B7-CB92-4383-A5B7-88659BAA24F1}" type="pres">
      <dgm:prSet presAssocID="{BB08484F-DE85-4026-ABA5-050FA029454A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185B226E-0BF3-46F9-A8D8-9BF5506A1707}" type="pres">
      <dgm:prSet presAssocID="{81EB3D4E-43B3-46AF-AD32-AEA86105323D}" presName="parTxOnlySpace" presStyleCnt="0"/>
      <dgm:spPr/>
    </dgm:pt>
    <dgm:pt modelId="{7349404C-35C2-49C0-BBE9-7444F68DEE9E}" type="pres">
      <dgm:prSet presAssocID="{76E2BD61-632F-4DCC-8011-9F8A2B2ED7F2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2768130A-C9F2-4E87-9025-3921F25E68A3}" srcId="{A4CAE5A8-AEEF-49FA-94E2-A43717631DFF}" destId="{76E2BD61-632F-4DCC-8011-9F8A2B2ED7F2}" srcOrd="4" destOrd="0" parTransId="{A0C6FB14-A513-446A-8B6F-408CDA1E0BC0}" sibTransId="{B416EFA4-A10C-4CAE-B96C-D94EF06FD320}"/>
    <dgm:cxn modelId="{27D9C115-0304-480E-AF5C-0F7F92A67676}" srcId="{A4CAE5A8-AEEF-49FA-94E2-A43717631DFF}" destId="{BB08484F-DE85-4026-ABA5-050FA029454A}" srcOrd="3" destOrd="0" parTransId="{275C28E1-66D4-46BA-9E8F-A29C2D8126C0}" sibTransId="{81EB3D4E-43B3-46AF-AD32-AEA86105323D}"/>
    <dgm:cxn modelId="{F033BB6E-07D7-421B-9E58-106BAC789CBD}" type="presOf" srcId="{1699E284-74D5-4CFA-9A6C-C5786B3A3EDF}" destId="{8340CC42-D928-499B-BA74-B4985A1E7C9E}" srcOrd="0" destOrd="0" presId="urn:microsoft.com/office/officeart/2005/8/layout/chevron1"/>
    <dgm:cxn modelId="{73F41977-F5EE-4BBC-836B-D77308F722F5}" srcId="{A4CAE5A8-AEEF-49FA-94E2-A43717631DFF}" destId="{1699E284-74D5-4CFA-9A6C-C5786B3A3EDF}" srcOrd="1" destOrd="0" parTransId="{218CEB4E-3C40-4B32-A406-15F50D267886}" sibTransId="{FF9098AB-C328-445C-81FC-F4F779C1C3C0}"/>
    <dgm:cxn modelId="{C64A8678-096E-4DF2-ABCA-B6DD97FEE4C5}" srcId="{A4CAE5A8-AEEF-49FA-94E2-A43717631DFF}" destId="{FB6D3C1D-DA7E-4FE1-8C7B-3B1EAEDAB6E3}" srcOrd="2" destOrd="0" parTransId="{0CEA7859-A880-4923-B8CD-2F8C3841E4E5}" sibTransId="{5EFA851D-DC4F-4342-9FEA-E0E173DA5402}"/>
    <dgm:cxn modelId="{ACBEAF87-5CE4-4BFC-ABDD-B7A000D59F11}" type="presOf" srcId="{FB6D3C1D-DA7E-4FE1-8C7B-3B1EAEDAB6E3}" destId="{C9F3559A-BC51-465B-8AA2-66A3DCA322B7}" srcOrd="0" destOrd="0" presId="urn:microsoft.com/office/officeart/2005/8/layout/chevron1"/>
    <dgm:cxn modelId="{163751A7-3FC2-4A3A-A447-2F804C15B1DC}" type="presOf" srcId="{76E2BD61-632F-4DCC-8011-9F8A2B2ED7F2}" destId="{7349404C-35C2-49C0-BBE9-7444F68DEE9E}" srcOrd="0" destOrd="0" presId="urn:microsoft.com/office/officeart/2005/8/layout/chevron1"/>
    <dgm:cxn modelId="{F981CBAB-ED40-4A26-A27F-DA325F4C6107}" srcId="{A4CAE5A8-AEEF-49FA-94E2-A43717631DFF}" destId="{4C1D3A04-6772-434B-ABD3-9D996EE42475}" srcOrd="0" destOrd="0" parTransId="{E8186680-9E8A-486C-AD65-5030C728D023}" sibTransId="{AA307E74-CB02-47EE-8F0C-49BFA2D738F9}"/>
    <dgm:cxn modelId="{104ED3AE-0F58-40D8-AF99-66E6D707C1CE}" type="presOf" srcId="{BB08484F-DE85-4026-ABA5-050FA029454A}" destId="{A940B3B7-CB92-4383-A5B7-88659BAA24F1}" srcOrd="0" destOrd="0" presId="urn:microsoft.com/office/officeart/2005/8/layout/chevron1"/>
    <dgm:cxn modelId="{E725F6C0-EFB9-43C6-858E-FE4AA0A00CCA}" type="presOf" srcId="{A4CAE5A8-AEEF-49FA-94E2-A43717631DFF}" destId="{5538D79C-CDBA-4FEE-92EB-C26F9A8CD16A}" srcOrd="0" destOrd="0" presId="urn:microsoft.com/office/officeart/2005/8/layout/chevron1"/>
    <dgm:cxn modelId="{844C89C9-3B87-4117-8E7F-91226893FA18}" type="presOf" srcId="{4C1D3A04-6772-434B-ABD3-9D996EE42475}" destId="{9E4B01F8-C2A8-4556-87FF-C1BB9086ED3D}" srcOrd="0" destOrd="0" presId="urn:microsoft.com/office/officeart/2005/8/layout/chevron1"/>
    <dgm:cxn modelId="{F4C08D2B-513D-4FC7-A9D4-F21160EFC52D}" type="presParOf" srcId="{5538D79C-CDBA-4FEE-92EB-C26F9A8CD16A}" destId="{9E4B01F8-C2A8-4556-87FF-C1BB9086ED3D}" srcOrd="0" destOrd="0" presId="urn:microsoft.com/office/officeart/2005/8/layout/chevron1"/>
    <dgm:cxn modelId="{51F49FC3-FC8B-41D5-BF20-F9332AD9F417}" type="presParOf" srcId="{5538D79C-CDBA-4FEE-92EB-C26F9A8CD16A}" destId="{B9921F70-4117-42D9-AFA9-8869792C4583}" srcOrd="1" destOrd="0" presId="urn:microsoft.com/office/officeart/2005/8/layout/chevron1"/>
    <dgm:cxn modelId="{495AB8D3-0DD4-4EEB-A949-E395F2663A39}" type="presParOf" srcId="{5538D79C-CDBA-4FEE-92EB-C26F9A8CD16A}" destId="{8340CC42-D928-499B-BA74-B4985A1E7C9E}" srcOrd="2" destOrd="0" presId="urn:microsoft.com/office/officeart/2005/8/layout/chevron1"/>
    <dgm:cxn modelId="{A392C899-162E-405E-873A-8217B1C297EB}" type="presParOf" srcId="{5538D79C-CDBA-4FEE-92EB-C26F9A8CD16A}" destId="{BCCA8ABA-4005-4611-8D66-391F9315FC54}" srcOrd="3" destOrd="0" presId="urn:microsoft.com/office/officeart/2005/8/layout/chevron1"/>
    <dgm:cxn modelId="{048C6A3D-EF08-415C-AF90-CE1EA2870AC3}" type="presParOf" srcId="{5538D79C-CDBA-4FEE-92EB-C26F9A8CD16A}" destId="{C9F3559A-BC51-465B-8AA2-66A3DCA322B7}" srcOrd="4" destOrd="0" presId="urn:microsoft.com/office/officeart/2005/8/layout/chevron1"/>
    <dgm:cxn modelId="{A19CA3AC-F72C-429E-81D1-F867546A42DB}" type="presParOf" srcId="{5538D79C-CDBA-4FEE-92EB-C26F9A8CD16A}" destId="{E49F4D87-FA2E-4107-A8BF-74D8F6789155}" srcOrd="5" destOrd="0" presId="urn:microsoft.com/office/officeart/2005/8/layout/chevron1"/>
    <dgm:cxn modelId="{FC07E845-355E-4EFF-A6F9-205505759733}" type="presParOf" srcId="{5538D79C-CDBA-4FEE-92EB-C26F9A8CD16A}" destId="{A940B3B7-CB92-4383-A5B7-88659BAA24F1}" srcOrd="6" destOrd="0" presId="urn:microsoft.com/office/officeart/2005/8/layout/chevron1"/>
    <dgm:cxn modelId="{AF594D62-DC75-47E5-8F9E-8C89F0ACFD34}" type="presParOf" srcId="{5538D79C-CDBA-4FEE-92EB-C26F9A8CD16A}" destId="{185B226E-0BF3-46F9-A8D8-9BF5506A1707}" srcOrd="7" destOrd="0" presId="urn:microsoft.com/office/officeart/2005/8/layout/chevron1"/>
    <dgm:cxn modelId="{6CE2D71C-5139-4D23-B797-1291257CAF6B}" type="presParOf" srcId="{5538D79C-CDBA-4FEE-92EB-C26F9A8CD16A}" destId="{7349404C-35C2-49C0-BBE9-7444F68DEE9E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A4CAE5A8-AEEF-49FA-94E2-A43717631DFF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4C1D3A04-6772-434B-ABD3-9D996EE42475}">
      <dgm:prSet phldrT="[Text]" custT="1"/>
      <dgm:spPr>
        <a:solidFill>
          <a:schemeClr val="accent5">
            <a:lumMod val="20000"/>
            <a:lumOff val="8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accent5">
                  <a:lumMod val="60000"/>
                  <a:lumOff val="40000"/>
                </a:schemeClr>
              </a:solidFill>
            </a:rPr>
            <a:t>Introducción</a:t>
          </a:r>
        </a:p>
      </dgm:t>
    </dgm:pt>
    <dgm:pt modelId="{E8186680-9E8A-486C-AD65-5030C728D023}" type="parTrans" cxnId="{F981CBAB-ED40-4A26-A27F-DA325F4C6107}">
      <dgm:prSet/>
      <dgm:spPr/>
      <dgm:t>
        <a:bodyPr/>
        <a:lstStyle/>
        <a:p>
          <a:endParaRPr lang="en-US" sz="1400"/>
        </a:p>
      </dgm:t>
    </dgm:pt>
    <dgm:pt modelId="{AA307E74-CB02-47EE-8F0C-49BFA2D738F9}" type="sibTrans" cxnId="{F981CBAB-ED40-4A26-A27F-DA325F4C6107}">
      <dgm:prSet/>
      <dgm:spPr/>
      <dgm:t>
        <a:bodyPr/>
        <a:lstStyle/>
        <a:p>
          <a:endParaRPr lang="en-US" sz="1400"/>
        </a:p>
      </dgm:t>
    </dgm:pt>
    <dgm:pt modelId="{1699E284-74D5-4CFA-9A6C-C5786B3A3EDF}">
      <dgm:prSet phldrT="[Text]" custT="1"/>
      <dgm:spPr>
        <a:solidFill>
          <a:schemeClr val="accent5">
            <a:lumMod val="20000"/>
            <a:lumOff val="8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accent5">
                  <a:lumMod val="60000"/>
                  <a:lumOff val="40000"/>
                </a:schemeClr>
              </a:solidFill>
            </a:rPr>
            <a:t>Metodología</a:t>
          </a:r>
        </a:p>
      </dgm:t>
    </dgm:pt>
    <dgm:pt modelId="{218CEB4E-3C40-4B32-A406-15F50D267886}" type="parTrans" cxnId="{73F41977-F5EE-4BBC-836B-D77308F722F5}">
      <dgm:prSet/>
      <dgm:spPr/>
      <dgm:t>
        <a:bodyPr/>
        <a:lstStyle/>
        <a:p>
          <a:endParaRPr lang="en-US" sz="1400"/>
        </a:p>
      </dgm:t>
    </dgm:pt>
    <dgm:pt modelId="{FF9098AB-C328-445C-81FC-F4F779C1C3C0}" type="sibTrans" cxnId="{73F41977-F5EE-4BBC-836B-D77308F722F5}">
      <dgm:prSet/>
      <dgm:spPr/>
      <dgm:t>
        <a:bodyPr/>
        <a:lstStyle/>
        <a:p>
          <a:endParaRPr lang="en-US" sz="1400"/>
        </a:p>
      </dgm:t>
    </dgm:pt>
    <dgm:pt modelId="{FB6D3C1D-DA7E-4FE1-8C7B-3B1EAEDAB6E3}">
      <dgm:prSet phldrT="[Text]" custT="1"/>
      <dgm:spPr>
        <a:solidFill>
          <a:schemeClr val="accent5">
            <a:lumMod val="20000"/>
            <a:lumOff val="8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accent5">
                  <a:lumMod val="60000"/>
                  <a:lumOff val="40000"/>
                </a:schemeClr>
              </a:solidFill>
            </a:rPr>
            <a:t>Resultados</a:t>
          </a:r>
        </a:p>
      </dgm:t>
    </dgm:pt>
    <dgm:pt modelId="{0CEA7859-A880-4923-B8CD-2F8C3841E4E5}" type="parTrans" cxnId="{C64A8678-096E-4DF2-ABCA-B6DD97FEE4C5}">
      <dgm:prSet/>
      <dgm:spPr/>
      <dgm:t>
        <a:bodyPr/>
        <a:lstStyle/>
        <a:p>
          <a:endParaRPr lang="en-US" sz="1400"/>
        </a:p>
      </dgm:t>
    </dgm:pt>
    <dgm:pt modelId="{5EFA851D-DC4F-4342-9FEA-E0E173DA5402}" type="sibTrans" cxnId="{C64A8678-096E-4DF2-ABCA-B6DD97FEE4C5}">
      <dgm:prSet/>
      <dgm:spPr/>
      <dgm:t>
        <a:bodyPr/>
        <a:lstStyle/>
        <a:p>
          <a:endParaRPr lang="en-US" sz="1400"/>
        </a:p>
      </dgm:t>
    </dgm:pt>
    <dgm:pt modelId="{BB08484F-DE85-4026-ABA5-050FA029454A}">
      <dgm:prSet phldrT="[Text]" custT="1"/>
      <dgm:spPr>
        <a:solidFill>
          <a:schemeClr val="accent5">
            <a:lumMod val="20000"/>
            <a:lumOff val="8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accent5">
                  <a:lumMod val="60000"/>
                  <a:lumOff val="40000"/>
                </a:schemeClr>
              </a:solidFill>
            </a:rPr>
            <a:t>Discusión</a:t>
          </a:r>
        </a:p>
      </dgm:t>
    </dgm:pt>
    <dgm:pt modelId="{275C28E1-66D4-46BA-9E8F-A29C2D8126C0}" type="parTrans" cxnId="{27D9C115-0304-480E-AF5C-0F7F92A67676}">
      <dgm:prSet/>
      <dgm:spPr/>
      <dgm:t>
        <a:bodyPr/>
        <a:lstStyle/>
        <a:p>
          <a:endParaRPr lang="en-US" sz="1400"/>
        </a:p>
      </dgm:t>
    </dgm:pt>
    <dgm:pt modelId="{81EB3D4E-43B3-46AF-AD32-AEA86105323D}" type="sibTrans" cxnId="{27D9C115-0304-480E-AF5C-0F7F92A67676}">
      <dgm:prSet/>
      <dgm:spPr/>
      <dgm:t>
        <a:bodyPr/>
        <a:lstStyle/>
        <a:p>
          <a:endParaRPr lang="en-US" sz="1400"/>
        </a:p>
      </dgm:t>
    </dgm:pt>
    <dgm:pt modelId="{76E2BD61-632F-4DCC-8011-9F8A2B2ED7F2}">
      <dgm:prSet custT="1"/>
      <dgm:spPr>
        <a:solidFill>
          <a:schemeClr val="accent3">
            <a:lumMod val="60000"/>
            <a:lumOff val="40000"/>
          </a:schemeClr>
        </a:solidFill>
        <a:ln>
          <a:solidFill>
            <a:schemeClr val="accent3">
              <a:lumMod val="40000"/>
              <a:lumOff val="60000"/>
            </a:schemeClr>
          </a:solidFill>
        </a:ln>
      </dgm:spPr>
      <dgm:t>
        <a:bodyPr/>
        <a:lstStyle/>
        <a:p>
          <a:r>
            <a:rPr lang="es-ES" sz="1400" noProof="0">
              <a:solidFill>
                <a:schemeClr val="tx1"/>
              </a:solidFill>
            </a:rPr>
            <a:t>Conclusiones</a:t>
          </a:r>
        </a:p>
      </dgm:t>
    </dgm:pt>
    <dgm:pt modelId="{A0C6FB14-A513-446A-8B6F-408CDA1E0BC0}" type="parTrans" cxnId="{2768130A-C9F2-4E87-9025-3921F25E68A3}">
      <dgm:prSet/>
      <dgm:spPr/>
      <dgm:t>
        <a:bodyPr/>
        <a:lstStyle/>
        <a:p>
          <a:endParaRPr lang="en-US" sz="1400"/>
        </a:p>
      </dgm:t>
    </dgm:pt>
    <dgm:pt modelId="{B416EFA4-A10C-4CAE-B96C-D94EF06FD320}" type="sibTrans" cxnId="{2768130A-C9F2-4E87-9025-3921F25E68A3}">
      <dgm:prSet/>
      <dgm:spPr/>
      <dgm:t>
        <a:bodyPr/>
        <a:lstStyle/>
        <a:p>
          <a:endParaRPr lang="en-US" sz="1400"/>
        </a:p>
      </dgm:t>
    </dgm:pt>
    <dgm:pt modelId="{5538D79C-CDBA-4FEE-92EB-C26F9A8CD16A}" type="pres">
      <dgm:prSet presAssocID="{A4CAE5A8-AEEF-49FA-94E2-A43717631DFF}" presName="Name0" presStyleCnt="0">
        <dgm:presLayoutVars>
          <dgm:dir/>
          <dgm:animLvl val="lvl"/>
          <dgm:resizeHandles val="exact"/>
        </dgm:presLayoutVars>
      </dgm:prSet>
      <dgm:spPr/>
    </dgm:pt>
    <dgm:pt modelId="{9E4B01F8-C2A8-4556-87FF-C1BB9086ED3D}" type="pres">
      <dgm:prSet presAssocID="{4C1D3A04-6772-434B-ABD3-9D996EE42475}" presName="parTxOnly" presStyleLbl="node1" presStyleIdx="0" presStyleCnt="5" custScaleX="115170" custLinFactNeighborX="7189">
        <dgm:presLayoutVars>
          <dgm:chMax val="0"/>
          <dgm:chPref val="0"/>
          <dgm:bulletEnabled val="1"/>
        </dgm:presLayoutVars>
      </dgm:prSet>
      <dgm:spPr/>
    </dgm:pt>
    <dgm:pt modelId="{B9921F70-4117-42D9-AFA9-8869792C4583}" type="pres">
      <dgm:prSet presAssocID="{AA307E74-CB02-47EE-8F0C-49BFA2D738F9}" presName="parTxOnlySpace" presStyleCnt="0"/>
      <dgm:spPr/>
    </dgm:pt>
    <dgm:pt modelId="{8340CC42-D928-499B-BA74-B4985A1E7C9E}" type="pres">
      <dgm:prSet presAssocID="{1699E284-74D5-4CFA-9A6C-C5786B3A3EDF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BCCA8ABA-4005-4611-8D66-391F9315FC54}" type="pres">
      <dgm:prSet presAssocID="{FF9098AB-C328-445C-81FC-F4F779C1C3C0}" presName="parTxOnlySpace" presStyleCnt="0"/>
      <dgm:spPr/>
    </dgm:pt>
    <dgm:pt modelId="{C9F3559A-BC51-465B-8AA2-66A3DCA322B7}" type="pres">
      <dgm:prSet presAssocID="{FB6D3C1D-DA7E-4FE1-8C7B-3B1EAEDAB6E3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E49F4D87-FA2E-4107-A8BF-74D8F6789155}" type="pres">
      <dgm:prSet presAssocID="{5EFA851D-DC4F-4342-9FEA-E0E173DA5402}" presName="parTxOnlySpace" presStyleCnt="0"/>
      <dgm:spPr/>
    </dgm:pt>
    <dgm:pt modelId="{A940B3B7-CB92-4383-A5B7-88659BAA24F1}" type="pres">
      <dgm:prSet presAssocID="{BB08484F-DE85-4026-ABA5-050FA029454A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185B226E-0BF3-46F9-A8D8-9BF5506A1707}" type="pres">
      <dgm:prSet presAssocID="{81EB3D4E-43B3-46AF-AD32-AEA86105323D}" presName="parTxOnlySpace" presStyleCnt="0"/>
      <dgm:spPr/>
    </dgm:pt>
    <dgm:pt modelId="{7349404C-35C2-49C0-BBE9-7444F68DEE9E}" type="pres">
      <dgm:prSet presAssocID="{76E2BD61-632F-4DCC-8011-9F8A2B2ED7F2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2768130A-C9F2-4E87-9025-3921F25E68A3}" srcId="{A4CAE5A8-AEEF-49FA-94E2-A43717631DFF}" destId="{76E2BD61-632F-4DCC-8011-9F8A2B2ED7F2}" srcOrd="4" destOrd="0" parTransId="{A0C6FB14-A513-446A-8B6F-408CDA1E0BC0}" sibTransId="{B416EFA4-A10C-4CAE-B96C-D94EF06FD320}"/>
    <dgm:cxn modelId="{27D9C115-0304-480E-AF5C-0F7F92A67676}" srcId="{A4CAE5A8-AEEF-49FA-94E2-A43717631DFF}" destId="{BB08484F-DE85-4026-ABA5-050FA029454A}" srcOrd="3" destOrd="0" parTransId="{275C28E1-66D4-46BA-9E8F-A29C2D8126C0}" sibTransId="{81EB3D4E-43B3-46AF-AD32-AEA86105323D}"/>
    <dgm:cxn modelId="{F033BB6E-07D7-421B-9E58-106BAC789CBD}" type="presOf" srcId="{1699E284-74D5-4CFA-9A6C-C5786B3A3EDF}" destId="{8340CC42-D928-499B-BA74-B4985A1E7C9E}" srcOrd="0" destOrd="0" presId="urn:microsoft.com/office/officeart/2005/8/layout/chevron1"/>
    <dgm:cxn modelId="{73F41977-F5EE-4BBC-836B-D77308F722F5}" srcId="{A4CAE5A8-AEEF-49FA-94E2-A43717631DFF}" destId="{1699E284-74D5-4CFA-9A6C-C5786B3A3EDF}" srcOrd="1" destOrd="0" parTransId="{218CEB4E-3C40-4B32-A406-15F50D267886}" sibTransId="{FF9098AB-C328-445C-81FC-F4F779C1C3C0}"/>
    <dgm:cxn modelId="{C64A8678-096E-4DF2-ABCA-B6DD97FEE4C5}" srcId="{A4CAE5A8-AEEF-49FA-94E2-A43717631DFF}" destId="{FB6D3C1D-DA7E-4FE1-8C7B-3B1EAEDAB6E3}" srcOrd="2" destOrd="0" parTransId="{0CEA7859-A880-4923-B8CD-2F8C3841E4E5}" sibTransId="{5EFA851D-DC4F-4342-9FEA-E0E173DA5402}"/>
    <dgm:cxn modelId="{ACBEAF87-5CE4-4BFC-ABDD-B7A000D59F11}" type="presOf" srcId="{FB6D3C1D-DA7E-4FE1-8C7B-3B1EAEDAB6E3}" destId="{C9F3559A-BC51-465B-8AA2-66A3DCA322B7}" srcOrd="0" destOrd="0" presId="urn:microsoft.com/office/officeart/2005/8/layout/chevron1"/>
    <dgm:cxn modelId="{163751A7-3FC2-4A3A-A447-2F804C15B1DC}" type="presOf" srcId="{76E2BD61-632F-4DCC-8011-9F8A2B2ED7F2}" destId="{7349404C-35C2-49C0-BBE9-7444F68DEE9E}" srcOrd="0" destOrd="0" presId="urn:microsoft.com/office/officeart/2005/8/layout/chevron1"/>
    <dgm:cxn modelId="{F981CBAB-ED40-4A26-A27F-DA325F4C6107}" srcId="{A4CAE5A8-AEEF-49FA-94E2-A43717631DFF}" destId="{4C1D3A04-6772-434B-ABD3-9D996EE42475}" srcOrd="0" destOrd="0" parTransId="{E8186680-9E8A-486C-AD65-5030C728D023}" sibTransId="{AA307E74-CB02-47EE-8F0C-49BFA2D738F9}"/>
    <dgm:cxn modelId="{104ED3AE-0F58-40D8-AF99-66E6D707C1CE}" type="presOf" srcId="{BB08484F-DE85-4026-ABA5-050FA029454A}" destId="{A940B3B7-CB92-4383-A5B7-88659BAA24F1}" srcOrd="0" destOrd="0" presId="urn:microsoft.com/office/officeart/2005/8/layout/chevron1"/>
    <dgm:cxn modelId="{E725F6C0-EFB9-43C6-858E-FE4AA0A00CCA}" type="presOf" srcId="{A4CAE5A8-AEEF-49FA-94E2-A43717631DFF}" destId="{5538D79C-CDBA-4FEE-92EB-C26F9A8CD16A}" srcOrd="0" destOrd="0" presId="urn:microsoft.com/office/officeart/2005/8/layout/chevron1"/>
    <dgm:cxn modelId="{844C89C9-3B87-4117-8E7F-91226893FA18}" type="presOf" srcId="{4C1D3A04-6772-434B-ABD3-9D996EE42475}" destId="{9E4B01F8-C2A8-4556-87FF-C1BB9086ED3D}" srcOrd="0" destOrd="0" presId="urn:microsoft.com/office/officeart/2005/8/layout/chevron1"/>
    <dgm:cxn modelId="{F4C08D2B-513D-4FC7-A9D4-F21160EFC52D}" type="presParOf" srcId="{5538D79C-CDBA-4FEE-92EB-C26F9A8CD16A}" destId="{9E4B01F8-C2A8-4556-87FF-C1BB9086ED3D}" srcOrd="0" destOrd="0" presId="urn:microsoft.com/office/officeart/2005/8/layout/chevron1"/>
    <dgm:cxn modelId="{51F49FC3-FC8B-41D5-BF20-F9332AD9F417}" type="presParOf" srcId="{5538D79C-CDBA-4FEE-92EB-C26F9A8CD16A}" destId="{B9921F70-4117-42D9-AFA9-8869792C4583}" srcOrd="1" destOrd="0" presId="urn:microsoft.com/office/officeart/2005/8/layout/chevron1"/>
    <dgm:cxn modelId="{495AB8D3-0DD4-4EEB-A949-E395F2663A39}" type="presParOf" srcId="{5538D79C-CDBA-4FEE-92EB-C26F9A8CD16A}" destId="{8340CC42-D928-499B-BA74-B4985A1E7C9E}" srcOrd="2" destOrd="0" presId="urn:microsoft.com/office/officeart/2005/8/layout/chevron1"/>
    <dgm:cxn modelId="{A392C899-162E-405E-873A-8217B1C297EB}" type="presParOf" srcId="{5538D79C-CDBA-4FEE-92EB-C26F9A8CD16A}" destId="{BCCA8ABA-4005-4611-8D66-391F9315FC54}" srcOrd="3" destOrd="0" presId="urn:microsoft.com/office/officeart/2005/8/layout/chevron1"/>
    <dgm:cxn modelId="{048C6A3D-EF08-415C-AF90-CE1EA2870AC3}" type="presParOf" srcId="{5538D79C-CDBA-4FEE-92EB-C26F9A8CD16A}" destId="{C9F3559A-BC51-465B-8AA2-66A3DCA322B7}" srcOrd="4" destOrd="0" presId="urn:microsoft.com/office/officeart/2005/8/layout/chevron1"/>
    <dgm:cxn modelId="{A19CA3AC-F72C-429E-81D1-F867546A42DB}" type="presParOf" srcId="{5538D79C-CDBA-4FEE-92EB-C26F9A8CD16A}" destId="{E49F4D87-FA2E-4107-A8BF-74D8F6789155}" srcOrd="5" destOrd="0" presId="urn:microsoft.com/office/officeart/2005/8/layout/chevron1"/>
    <dgm:cxn modelId="{FC07E845-355E-4EFF-A6F9-205505759733}" type="presParOf" srcId="{5538D79C-CDBA-4FEE-92EB-C26F9A8CD16A}" destId="{A940B3B7-CB92-4383-A5B7-88659BAA24F1}" srcOrd="6" destOrd="0" presId="urn:microsoft.com/office/officeart/2005/8/layout/chevron1"/>
    <dgm:cxn modelId="{AF594D62-DC75-47E5-8F9E-8C89F0ACFD34}" type="presParOf" srcId="{5538D79C-CDBA-4FEE-92EB-C26F9A8CD16A}" destId="{185B226E-0BF3-46F9-A8D8-9BF5506A1707}" srcOrd="7" destOrd="0" presId="urn:microsoft.com/office/officeart/2005/8/layout/chevron1"/>
    <dgm:cxn modelId="{6CE2D71C-5139-4D23-B797-1291257CAF6B}" type="presParOf" srcId="{5538D79C-CDBA-4FEE-92EB-C26F9A8CD16A}" destId="{7349404C-35C2-49C0-BBE9-7444F68DEE9E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4B01F8-C2A8-4556-87FF-C1BB9086ED3D}">
      <dsp:nvSpPr>
        <dsp:cNvPr id="0" name=""/>
        <dsp:cNvSpPr/>
      </dsp:nvSpPr>
      <dsp:spPr>
        <a:xfrm>
          <a:off x="14021" y="0"/>
          <a:ext cx="2240095" cy="210723"/>
        </a:xfrm>
        <a:prstGeom prst="chevron">
          <a:avLst/>
        </a:prstGeom>
        <a:solidFill>
          <a:schemeClr val="accent3">
            <a:lumMod val="60000"/>
            <a:lumOff val="4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tx1"/>
              </a:solidFill>
            </a:rPr>
            <a:t>Introducción</a:t>
          </a:r>
        </a:p>
      </dsp:txBody>
      <dsp:txXfrm>
        <a:off x="119383" y="0"/>
        <a:ext cx="2029372" cy="210723"/>
      </dsp:txXfrm>
    </dsp:sp>
    <dsp:sp modelId="{8340CC42-D928-499B-BA74-B4985A1E7C9E}">
      <dsp:nvSpPr>
        <dsp:cNvPr id="0" name=""/>
        <dsp:cNvSpPr/>
      </dsp:nvSpPr>
      <dsp:spPr>
        <a:xfrm>
          <a:off x="2045631" y="0"/>
          <a:ext cx="1945034" cy="210723"/>
        </a:xfrm>
        <a:prstGeom prst="chevron">
          <a:avLst/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accent5">
                  <a:lumMod val="60000"/>
                  <a:lumOff val="40000"/>
                </a:schemeClr>
              </a:solidFill>
            </a:rPr>
            <a:t>Metodología</a:t>
          </a:r>
        </a:p>
      </dsp:txBody>
      <dsp:txXfrm>
        <a:off x="2150993" y="0"/>
        <a:ext cx="1734311" cy="210723"/>
      </dsp:txXfrm>
    </dsp:sp>
    <dsp:sp modelId="{C9F3559A-BC51-465B-8AA2-66A3DCA322B7}">
      <dsp:nvSpPr>
        <dsp:cNvPr id="0" name=""/>
        <dsp:cNvSpPr/>
      </dsp:nvSpPr>
      <dsp:spPr>
        <a:xfrm>
          <a:off x="3796162" y="0"/>
          <a:ext cx="1945034" cy="210723"/>
        </a:xfrm>
        <a:prstGeom prst="chevron">
          <a:avLst/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accent5">
                  <a:lumMod val="60000"/>
                  <a:lumOff val="40000"/>
                </a:schemeClr>
              </a:solidFill>
            </a:rPr>
            <a:t>Resultados</a:t>
          </a:r>
        </a:p>
      </dsp:txBody>
      <dsp:txXfrm>
        <a:off x="3901524" y="0"/>
        <a:ext cx="1734311" cy="210723"/>
      </dsp:txXfrm>
    </dsp:sp>
    <dsp:sp modelId="{A940B3B7-CB92-4383-A5B7-88659BAA24F1}">
      <dsp:nvSpPr>
        <dsp:cNvPr id="0" name=""/>
        <dsp:cNvSpPr/>
      </dsp:nvSpPr>
      <dsp:spPr>
        <a:xfrm>
          <a:off x="5546693" y="0"/>
          <a:ext cx="1945034" cy="210723"/>
        </a:xfrm>
        <a:prstGeom prst="chevron">
          <a:avLst/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accent5">
                  <a:lumMod val="60000"/>
                  <a:lumOff val="40000"/>
                </a:schemeClr>
              </a:solidFill>
            </a:rPr>
            <a:t>Discusión</a:t>
          </a:r>
        </a:p>
      </dsp:txBody>
      <dsp:txXfrm>
        <a:off x="5652055" y="0"/>
        <a:ext cx="1734311" cy="210723"/>
      </dsp:txXfrm>
    </dsp:sp>
    <dsp:sp modelId="{7349404C-35C2-49C0-BBE9-7444F68DEE9E}">
      <dsp:nvSpPr>
        <dsp:cNvPr id="0" name=""/>
        <dsp:cNvSpPr/>
      </dsp:nvSpPr>
      <dsp:spPr>
        <a:xfrm>
          <a:off x="7297223" y="0"/>
          <a:ext cx="1945034" cy="210723"/>
        </a:xfrm>
        <a:prstGeom prst="chevron">
          <a:avLst/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accent5">
                  <a:lumMod val="60000"/>
                  <a:lumOff val="40000"/>
                </a:schemeClr>
              </a:solidFill>
            </a:rPr>
            <a:t>Conclusiones</a:t>
          </a:r>
        </a:p>
      </dsp:txBody>
      <dsp:txXfrm>
        <a:off x="7402585" y="0"/>
        <a:ext cx="1734311" cy="21072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4B01F8-C2A8-4556-87FF-C1BB9086ED3D}">
      <dsp:nvSpPr>
        <dsp:cNvPr id="0" name=""/>
        <dsp:cNvSpPr/>
      </dsp:nvSpPr>
      <dsp:spPr>
        <a:xfrm>
          <a:off x="14021" y="0"/>
          <a:ext cx="2240095" cy="210723"/>
        </a:xfrm>
        <a:prstGeom prst="chevron">
          <a:avLst/>
        </a:prstGeom>
        <a:solidFill>
          <a:schemeClr val="accent3">
            <a:lumMod val="60000"/>
            <a:lumOff val="4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tx1"/>
              </a:solidFill>
            </a:rPr>
            <a:t>Introducción</a:t>
          </a:r>
        </a:p>
      </dsp:txBody>
      <dsp:txXfrm>
        <a:off x="119383" y="0"/>
        <a:ext cx="2029372" cy="210723"/>
      </dsp:txXfrm>
    </dsp:sp>
    <dsp:sp modelId="{8340CC42-D928-499B-BA74-B4985A1E7C9E}">
      <dsp:nvSpPr>
        <dsp:cNvPr id="0" name=""/>
        <dsp:cNvSpPr/>
      </dsp:nvSpPr>
      <dsp:spPr>
        <a:xfrm>
          <a:off x="2045631" y="0"/>
          <a:ext cx="1945034" cy="210723"/>
        </a:xfrm>
        <a:prstGeom prst="chevron">
          <a:avLst/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accent5">
                  <a:lumMod val="60000"/>
                  <a:lumOff val="40000"/>
                </a:schemeClr>
              </a:solidFill>
            </a:rPr>
            <a:t>Metodología</a:t>
          </a:r>
        </a:p>
      </dsp:txBody>
      <dsp:txXfrm>
        <a:off x="2150993" y="0"/>
        <a:ext cx="1734311" cy="210723"/>
      </dsp:txXfrm>
    </dsp:sp>
    <dsp:sp modelId="{C9F3559A-BC51-465B-8AA2-66A3DCA322B7}">
      <dsp:nvSpPr>
        <dsp:cNvPr id="0" name=""/>
        <dsp:cNvSpPr/>
      </dsp:nvSpPr>
      <dsp:spPr>
        <a:xfrm>
          <a:off x="3796162" y="0"/>
          <a:ext cx="1945034" cy="210723"/>
        </a:xfrm>
        <a:prstGeom prst="chevron">
          <a:avLst/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accent5">
                  <a:lumMod val="60000"/>
                  <a:lumOff val="40000"/>
                </a:schemeClr>
              </a:solidFill>
            </a:rPr>
            <a:t>Resultados</a:t>
          </a:r>
        </a:p>
      </dsp:txBody>
      <dsp:txXfrm>
        <a:off x="3901524" y="0"/>
        <a:ext cx="1734311" cy="210723"/>
      </dsp:txXfrm>
    </dsp:sp>
    <dsp:sp modelId="{A940B3B7-CB92-4383-A5B7-88659BAA24F1}">
      <dsp:nvSpPr>
        <dsp:cNvPr id="0" name=""/>
        <dsp:cNvSpPr/>
      </dsp:nvSpPr>
      <dsp:spPr>
        <a:xfrm>
          <a:off x="5546693" y="0"/>
          <a:ext cx="1945034" cy="210723"/>
        </a:xfrm>
        <a:prstGeom prst="chevron">
          <a:avLst/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accent5">
                  <a:lumMod val="60000"/>
                  <a:lumOff val="40000"/>
                </a:schemeClr>
              </a:solidFill>
            </a:rPr>
            <a:t>Discusión</a:t>
          </a:r>
        </a:p>
      </dsp:txBody>
      <dsp:txXfrm>
        <a:off x="5652055" y="0"/>
        <a:ext cx="1734311" cy="210723"/>
      </dsp:txXfrm>
    </dsp:sp>
    <dsp:sp modelId="{7349404C-35C2-49C0-BBE9-7444F68DEE9E}">
      <dsp:nvSpPr>
        <dsp:cNvPr id="0" name=""/>
        <dsp:cNvSpPr/>
      </dsp:nvSpPr>
      <dsp:spPr>
        <a:xfrm>
          <a:off x="7297223" y="0"/>
          <a:ext cx="1945034" cy="210723"/>
        </a:xfrm>
        <a:prstGeom prst="chevron">
          <a:avLst/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accent5">
                  <a:lumMod val="60000"/>
                  <a:lumOff val="40000"/>
                </a:schemeClr>
              </a:solidFill>
            </a:rPr>
            <a:t>Conclusiones</a:t>
          </a:r>
        </a:p>
      </dsp:txBody>
      <dsp:txXfrm>
        <a:off x="7402585" y="0"/>
        <a:ext cx="1734311" cy="21072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4B01F8-C2A8-4556-87FF-C1BB9086ED3D}">
      <dsp:nvSpPr>
        <dsp:cNvPr id="0" name=""/>
        <dsp:cNvSpPr/>
      </dsp:nvSpPr>
      <dsp:spPr>
        <a:xfrm>
          <a:off x="14021" y="0"/>
          <a:ext cx="2240095" cy="210723"/>
        </a:xfrm>
        <a:prstGeom prst="chevron">
          <a:avLst/>
        </a:prstGeom>
        <a:solidFill>
          <a:schemeClr val="accent3">
            <a:lumMod val="60000"/>
            <a:lumOff val="4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tx1"/>
              </a:solidFill>
            </a:rPr>
            <a:t>Introducción</a:t>
          </a:r>
        </a:p>
      </dsp:txBody>
      <dsp:txXfrm>
        <a:off x="119383" y="0"/>
        <a:ext cx="2029372" cy="210723"/>
      </dsp:txXfrm>
    </dsp:sp>
    <dsp:sp modelId="{8340CC42-D928-499B-BA74-B4985A1E7C9E}">
      <dsp:nvSpPr>
        <dsp:cNvPr id="0" name=""/>
        <dsp:cNvSpPr/>
      </dsp:nvSpPr>
      <dsp:spPr>
        <a:xfrm>
          <a:off x="2045631" y="0"/>
          <a:ext cx="1945034" cy="210723"/>
        </a:xfrm>
        <a:prstGeom prst="chevron">
          <a:avLst/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accent5">
                  <a:lumMod val="60000"/>
                  <a:lumOff val="40000"/>
                </a:schemeClr>
              </a:solidFill>
            </a:rPr>
            <a:t>Metodología</a:t>
          </a:r>
        </a:p>
      </dsp:txBody>
      <dsp:txXfrm>
        <a:off x="2150993" y="0"/>
        <a:ext cx="1734311" cy="210723"/>
      </dsp:txXfrm>
    </dsp:sp>
    <dsp:sp modelId="{C9F3559A-BC51-465B-8AA2-66A3DCA322B7}">
      <dsp:nvSpPr>
        <dsp:cNvPr id="0" name=""/>
        <dsp:cNvSpPr/>
      </dsp:nvSpPr>
      <dsp:spPr>
        <a:xfrm>
          <a:off x="3796162" y="0"/>
          <a:ext cx="1945034" cy="210723"/>
        </a:xfrm>
        <a:prstGeom prst="chevron">
          <a:avLst/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accent5">
                  <a:lumMod val="60000"/>
                  <a:lumOff val="40000"/>
                </a:schemeClr>
              </a:solidFill>
            </a:rPr>
            <a:t>Resultados</a:t>
          </a:r>
        </a:p>
      </dsp:txBody>
      <dsp:txXfrm>
        <a:off x="3901524" y="0"/>
        <a:ext cx="1734311" cy="210723"/>
      </dsp:txXfrm>
    </dsp:sp>
    <dsp:sp modelId="{A940B3B7-CB92-4383-A5B7-88659BAA24F1}">
      <dsp:nvSpPr>
        <dsp:cNvPr id="0" name=""/>
        <dsp:cNvSpPr/>
      </dsp:nvSpPr>
      <dsp:spPr>
        <a:xfrm>
          <a:off x="5546693" y="0"/>
          <a:ext cx="1945034" cy="210723"/>
        </a:xfrm>
        <a:prstGeom prst="chevron">
          <a:avLst/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accent5">
                  <a:lumMod val="60000"/>
                  <a:lumOff val="40000"/>
                </a:schemeClr>
              </a:solidFill>
            </a:rPr>
            <a:t>Discusión</a:t>
          </a:r>
        </a:p>
      </dsp:txBody>
      <dsp:txXfrm>
        <a:off x="5652055" y="0"/>
        <a:ext cx="1734311" cy="210723"/>
      </dsp:txXfrm>
    </dsp:sp>
    <dsp:sp modelId="{7349404C-35C2-49C0-BBE9-7444F68DEE9E}">
      <dsp:nvSpPr>
        <dsp:cNvPr id="0" name=""/>
        <dsp:cNvSpPr/>
      </dsp:nvSpPr>
      <dsp:spPr>
        <a:xfrm>
          <a:off x="7297223" y="0"/>
          <a:ext cx="1945034" cy="210723"/>
        </a:xfrm>
        <a:prstGeom prst="chevron">
          <a:avLst/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accent5">
                  <a:lumMod val="60000"/>
                  <a:lumOff val="40000"/>
                </a:schemeClr>
              </a:solidFill>
            </a:rPr>
            <a:t>Conclusiones</a:t>
          </a:r>
        </a:p>
      </dsp:txBody>
      <dsp:txXfrm>
        <a:off x="7402585" y="0"/>
        <a:ext cx="1734311" cy="21072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4B01F8-C2A8-4556-87FF-C1BB9086ED3D}">
      <dsp:nvSpPr>
        <dsp:cNvPr id="0" name=""/>
        <dsp:cNvSpPr/>
      </dsp:nvSpPr>
      <dsp:spPr>
        <a:xfrm>
          <a:off x="14021" y="0"/>
          <a:ext cx="2240095" cy="210723"/>
        </a:xfrm>
        <a:prstGeom prst="chevron">
          <a:avLst/>
        </a:prstGeom>
        <a:solidFill>
          <a:schemeClr val="accent3">
            <a:lumMod val="60000"/>
            <a:lumOff val="4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tx1"/>
              </a:solidFill>
            </a:rPr>
            <a:t>Introducción</a:t>
          </a:r>
        </a:p>
      </dsp:txBody>
      <dsp:txXfrm>
        <a:off x="119383" y="0"/>
        <a:ext cx="2029372" cy="210723"/>
      </dsp:txXfrm>
    </dsp:sp>
    <dsp:sp modelId="{8340CC42-D928-499B-BA74-B4985A1E7C9E}">
      <dsp:nvSpPr>
        <dsp:cNvPr id="0" name=""/>
        <dsp:cNvSpPr/>
      </dsp:nvSpPr>
      <dsp:spPr>
        <a:xfrm>
          <a:off x="2045631" y="0"/>
          <a:ext cx="1945034" cy="210723"/>
        </a:xfrm>
        <a:prstGeom prst="chevron">
          <a:avLst/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accent5">
                  <a:lumMod val="60000"/>
                  <a:lumOff val="40000"/>
                </a:schemeClr>
              </a:solidFill>
            </a:rPr>
            <a:t>Metodología</a:t>
          </a:r>
        </a:p>
      </dsp:txBody>
      <dsp:txXfrm>
        <a:off x="2150993" y="0"/>
        <a:ext cx="1734311" cy="210723"/>
      </dsp:txXfrm>
    </dsp:sp>
    <dsp:sp modelId="{C9F3559A-BC51-465B-8AA2-66A3DCA322B7}">
      <dsp:nvSpPr>
        <dsp:cNvPr id="0" name=""/>
        <dsp:cNvSpPr/>
      </dsp:nvSpPr>
      <dsp:spPr>
        <a:xfrm>
          <a:off x="3796162" y="0"/>
          <a:ext cx="1945034" cy="210723"/>
        </a:xfrm>
        <a:prstGeom prst="chevron">
          <a:avLst/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accent5">
                  <a:lumMod val="60000"/>
                  <a:lumOff val="40000"/>
                </a:schemeClr>
              </a:solidFill>
            </a:rPr>
            <a:t>Resultados</a:t>
          </a:r>
        </a:p>
      </dsp:txBody>
      <dsp:txXfrm>
        <a:off x="3901524" y="0"/>
        <a:ext cx="1734311" cy="210723"/>
      </dsp:txXfrm>
    </dsp:sp>
    <dsp:sp modelId="{A940B3B7-CB92-4383-A5B7-88659BAA24F1}">
      <dsp:nvSpPr>
        <dsp:cNvPr id="0" name=""/>
        <dsp:cNvSpPr/>
      </dsp:nvSpPr>
      <dsp:spPr>
        <a:xfrm>
          <a:off x="5546693" y="0"/>
          <a:ext cx="1945034" cy="210723"/>
        </a:xfrm>
        <a:prstGeom prst="chevron">
          <a:avLst/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accent5">
                  <a:lumMod val="60000"/>
                  <a:lumOff val="40000"/>
                </a:schemeClr>
              </a:solidFill>
            </a:rPr>
            <a:t>Discusión</a:t>
          </a:r>
        </a:p>
      </dsp:txBody>
      <dsp:txXfrm>
        <a:off x="5652055" y="0"/>
        <a:ext cx="1734311" cy="210723"/>
      </dsp:txXfrm>
    </dsp:sp>
    <dsp:sp modelId="{7349404C-35C2-49C0-BBE9-7444F68DEE9E}">
      <dsp:nvSpPr>
        <dsp:cNvPr id="0" name=""/>
        <dsp:cNvSpPr/>
      </dsp:nvSpPr>
      <dsp:spPr>
        <a:xfrm>
          <a:off x="7297223" y="0"/>
          <a:ext cx="1945034" cy="210723"/>
        </a:xfrm>
        <a:prstGeom prst="chevron">
          <a:avLst/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accent5">
                  <a:lumMod val="60000"/>
                  <a:lumOff val="40000"/>
                </a:schemeClr>
              </a:solidFill>
            </a:rPr>
            <a:t>Conclusiones</a:t>
          </a:r>
        </a:p>
      </dsp:txBody>
      <dsp:txXfrm>
        <a:off x="7402585" y="0"/>
        <a:ext cx="1734311" cy="21072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4B01F8-C2A8-4556-87FF-C1BB9086ED3D}">
      <dsp:nvSpPr>
        <dsp:cNvPr id="0" name=""/>
        <dsp:cNvSpPr/>
      </dsp:nvSpPr>
      <dsp:spPr>
        <a:xfrm>
          <a:off x="14021" y="0"/>
          <a:ext cx="2240095" cy="210723"/>
        </a:xfrm>
        <a:prstGeom prst="chevron">
          <a:avLst/>
        </a:prstGeom>
        <a:solidFill>
          <a:schemeClr val="accent5">
            <a:lumMod val="20000"/>
            <a:lumOff val="8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accent5">
                  <a:lumMod val="60000"/>
                  <a:lumOff val="40000"/>
                </a:schemeClr>
              </a:solidFill>
            </a:rPr>
            <a:t>Introducción</a:t>
          </a:r>
        </a:p>
      </dsp:txBody>
      <dsp:txXfrm>
        <a:off x="119383" y="0"/>
        <a:ext cx="2029372" cy="210723"/>
      </dsp:txXfrm>
    </dsp:sp>
    <dsp:sp modelId="{8340CC42-D928-499B-BA74-B4985A1E7C9E}">
      <dsp:nvSpPr>
        <dsp:cNvPr id="0" name=""/>
        <dsp:cNvSpPr/>
      </dsp:nvSpPr>
      <dsp:spPr>
        <a:xfrm>
          <a:off x="2045631" y="0"/>
          <a:ext cx="1945034" cy="210723"/>
        </a:xfrm>
        <a:prstGeom prst="chevron">
          <a:avLst/>
        </a:prstGeom>
        <a:solidFill>
          <a:schemeClr val="accent3">
            <a:lumMod val="60000"/>
            <a:lumOff val="4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tx1"/>
              </a:solidFill>
            </a:rPr>
            <a:t>Metodología</a:t>
          </a:r>
        </a:p>
      </dsp:txBody>
      <dsp:txXfrm>
        <a:off x="2150993" y="0"/>
        <a:ext cx="1734311" cy="210723"/>
      </dsp:txXfrm>
    </dsp:sp>
    <dsp:sp modelId="{C9F3559A-BC51-465B-8AA2-66A3DCA322B7}">
      <dsp:nvSpPr>
        <dsp:cNvPr id="0" name=""/>
        <dsp:cNvSpPr/>
      </dsp:nvSpPr>
      <dsp:spPr>
        <a:xfrm>
          <a:off x="3796162" y="0"/>
          <a:ext cx="1945034" cy="210723"/>
        </a:xfrm>
        <a:prstGeom prst="chevron">
          <a:avLst/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accent5">
                  <a:lumMod val="60000"/>
                  <a:lumOff val="40000"/>
                </a:schemeClr>
              </a:solidFill>
            </a:rPr>
            <a:t>Resultados</a:t>
          </a:r>
        </a:p>
      </dsp:txBody>
      <dsp:txXfrm>
        <a:off x="3901524" y="0"/>
        <a:ext cx="1734311" cy="210723"/>
      </dsp:txXfrm>
    </dsp:sp>
    <dsp:sp modelId="{A940B3B7-CB92-4383-A5B7-88659BAA24F1}">
      <dsp:nvSpPr>
        <dsp:cNvPr id="0" name=""/>
        <dsp:cNvSpPr/>
      </dsp:nvSpPr>
      <dsp:spPr>
        <a:xfrm>
          <a:off x="5546693" y="0"/>
          <a:ext cx="1945034" cy="210723"/>
        </a:xfrm>
        <a:prstGeom prst="chevron">
          <a:avLst/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accent5">
                  <a:lumMod val="60000"/>
                  <a:lumOff val="40000"/>
                </a:schemeClr>
              </a:solidFill>
            </a:rPr>
            <a:t>Discusión</a:t>
          </a:r>
        </a:p>
      </dsp:txBody>
      <dsp:txXfrm>
        <a:off x="5652055" y="0"/>
        <a:ext cx="1734311" cy="210723"/>
      </dsp:txXfrm>
    </dsp:sp>
    <dsp:sp modelId="{7349404C-35C2-49C0-BBE9-7444F68DEE9E}">
      <dsp:nvSpPr>
        <dsp:cNvPr id="0" name=""/>
        <dsp:cNvSpPr/>
      </dsp:nvSpPr>
      <dsp:spPr>
        <a:xfrm>
          <a:off x="7297223" y="0"/>
          <a:ext cx="1945034" cy="210723"/>
        </a:xfrm>
        <a:prstGeom prst="chevron">
          <a:avLst/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accent5">
                  <a:lumMod val="60000"/>
                  <a:lumOff val="40000"/>
                </a:schemeClr>
              </a:solidFill>
            </a:rPr>
            <a:t>Conclusiones</a:t>
          </a:r>
        </a:p>
      </dsp:txBody>
      <dsp:txXfrm>
        <a:off x="7402585" y="0"/>
        <a:ext cx="1734311" cy="21072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4B01F8-C2A8-4556-87FF-C1BB9086ED3D}">
      <dsp:nvSpPr>
        <dsp:cNvPr id="0" name=""/>
        <dsp:cNvSpPr/>
      </dsp:nvSpPr>
      <dsp:spPr>
        <a:xfrm>
          <a:off x="14021" y="0"/>
          <a:ext cx="2240095" cy="210723"/>
        </a:xfrm>
        <a:prstGeom prst="chevron">
          <a:avLst/>
        </a:prstGeom>
        <a:solidFill>
          <a:schemeClr val="accent3">
            <a:lumMod val="60000"/>
            <a:lumOff val="4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tx1"/>
              </a:solidFill>
            </a:rPr>
            <a:t>Introducción</a:t>
          </a:r>
        </a:p>
      </dsp:txBody>
      <dsp:txXfrm>
        <a:off x="119383" y="0"/>
        <a:ext cx="2029372" cy="210723"/>
      </dsp:txXfrm>
    </dsp:sp>
    <dsp:sp modelId="{8340CC42-D928-499B-BA74-B4985A1E7C9E}">
      <dsp:nvSpPr>
        <dsp:cNvPr id="0" name=""/>
        <dsp:cNvSpPr/>
      </dsp:nvSpPr>
      <dsp:spPr>
        <a:xfrm>
          <a:off x="2045631" y="0"/>
          <a:ext cx="1945034" cy="210723"/>
        </a:xfrm>
        <a:prstGeom prst="chevron">
          <a:avLst/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accent5">
                  <a:lumMod val="60000"/>
                  <a:lumOff val="40000"/>
                </a:schemeClr>
              </a:solidFill>
            </a:rPr>
            <a:t>Metodología</a:t>
          </a:r>
        </a:p>
      </dsp:txBody>
      <dsp:txXfrm>
        <a:off x="2150993" y="0"/>
        <a:ext cx="1734311" cy="210723"/>
      </dsp:txXfrm>
    </dsp:sp>
    <dsp:sp modelId="{C9F3559A-BC51-465B-8AA2-66A3DCA322B7}">
      <dsp:nvSpPr>
        <dsp:cNvPr id="0" name=""/>
        <dsp:cNvSpPr/>
      </dsp:nvSpPr>
      <dsp:spPr>
        <a:xfrm>
          <a:off x="3796162" y="0"/>
          <a:ext cx="1945034" cy="210723"/>
        </a:xfrm>
        <a:prstGeom prst="chevron">
          <a:avLst/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accent5">
                  <a:lumMod val="60000"/>
                  <a:lumOff val="40000"/>
                </a:schemeClr>
              </a:solidFill>
            </a:rPr>
            <a:t>Resultados</a:t>
          </a:r>
        </a:p>
      </dsp:txBody>
      <dsp:txXfrm>
        <a:off x="3901524" y="0"/>
        <a:ext cx="1734311" cy="210723"/>
      </dsp:txXfrm>
    </dsp:sp>
    <dsp:sp modelId="{A940B3B7-CB92-4383-A5B7-88659BAA24F1}">
      <dsp:nvSpPr>
        <dsp:cNvPr id="0" name=""/>
        <dsp:cNvSpPr/>
      </dsp:nvSpPr>
      <dsp:spPr>
        <a:xfrm>
          <a:off x="5546693" y="0"/>
          <a:ext cx="1945034" cy="210723"/>
        </a:xfrm>
        <a:prstGeom prst="chevron">
          <a:avLst/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accent5">
                  <a:lumMod val="60000"/>
                  <a:lumOff val="40000"/>
                </a:schemeClr>
              </a:solidFill>
            </a:rPr>
            <a:t>Discusión</a:t>
          </a:r>
        </a:p>
      </dsp:txBody>
      <dsp:txXfrm>
        <a:off x="5652055" y="0"/>
        <a:ext cx="1734311" cy="210723"/>
      </dsp:txXfrm>
    </dsp:sp>
    <dsp:sp modelId="{7349404C-35C2-49C0-BBE9-7444F68DEE9E}">
      <dsp:nvSpPr>
        <dsp:cNvPr id="0" name=""/>
        <dsp:cNvSpPr/>
      </dsp:nvSpPr>
      <dsp:spPr>
        <a:xfrm>
          <a:off x="7297223" y="0"/>
          <a:ext cx="1945034" cy="210723"/>
        </a:xfrm>
        <a:prstGeom prst="chevron">
          <a:avLst/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accent5">
                  <a:lumMod val="60000"/>
                  <a:lumOff val="40000"/>
                </a:schemeClr>
              </a:solidFill>
            </a:rPr>
            <a:t>Conclusiones</a:t>
          </a:r>
        </a:p>
      </dsp:txBody>
      <dsp:txXfrm>
        <a:off x="7402585" y="0"/>
        <a:ext cx="1734311" cy="21072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4B01F8-C2A8-4556-87FF-C1BB9086ED3D}">
      <dsp:nvSpPr>
        <dsp:cNvPr id="0" name=""/>
        <dsp:cNvSpPr/>
      </dsp:nvSpPr>
      <dsp:spPr>
        <a:xfrm>
          <a:off x="14021" y="0"/>
          <a:ext cx="2240095" cy="210723"/>
        </a:xfrm>
        <a:prstGeom prst="chevron">
          <a:avLst/>
        </a:prstGeom>
        <a:solidFill>
          <a:schemeClr val="accent3">
            <a:lumMod val="60000"/>
            <a:lumOff val="4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tx1"/>
              </a:solidFill>
            </a:rPr>
            <a:t>Introducción</a:t>
          </a:r>
        </a:p>
      </dsp:txBody>
      <dsp:txXfrm>
        <a:off x="119383" y="0"/>
        <a:ext cx="2029372" cy="210723"/>
      </dsp:txXfrm>
    </dsp:sp>
    <dsp:sp modelId="{8340CC42-D928-499B-BA74-B4985A1E7C9E}">
      <dsp:nvSpPr>
        <dsp:cNvPr id="0" name=""/>
        <dsp:cNvSpPr/>
      </dsp:nvSpPr>
      <dsp:spPr>
        <a:xfrm>
          <a:off x="2045631" y="0"/>
          <a:ext cx="1945034" cy="210723"/>
        </a:xfrm>
        <a:prstGeom prst="chevron">
          <a:avLst/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accent5">
                  <a:lumMod val="60000"/>
                  <a:lumOff val="40000"/>
                </a:schemeClr>
              </a:solidFill>
            </a:rPr>
            <a:t>Metodología</a:t>
          </a:r>
        </a:p>
      </dsp:txBody>
      <dsp:txXfrm>
        <a:off x="2150993" y="0"/>
        <a:ext cx="1734311" cy="210723"/>
      </dsp:txXfrm>
    </dsp:sp>
    <dsp:sp modelId="{C9F3559A-BC51-465B-8AA2-66A3DCA322B7}">
      <dsp:nvSpPr>
        <dsp:cNvPr id="0" name=""/>
        <dsp:cNvSpPr/>
      </dsp:nvSpPr>
      <dsp:spPr>
        <a:xfrm>
          <a:off x="3796162" y="0"/>
          <a:ext cx="1945034" cy="210723"/>
        </a:xfrm>
        <a:prstGeom prst="chevron">
          <a:avLst/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accent5">
                  <a:lumMod val="60000"/>
                  <a:lumOff val="40000"/>
                </a:schemeClr>
              </a:solidFill>
            </a:rPr>
            <a:t>Resultados</a:t>
          </a:r>
        </a:p>
      </dsp:txBody>
      <dsp:txXfrm>
        <a:off x="3901524" y="0"/>
        <a:ext cx="1734311" cy="210723"/>
      </dsp:txXfrm>
    </dsp:sp>
    <dsp:sp modelId="{A940B3B7-CB92-4383-A5B7-88659BAA24F1}">
      <dsp:nvSpPr>
        <dsp:cNvPr id="0" name=""/>
        <dsp:cNvSpPr/>
      </dsp:nvSpPr>
      <dsp:spPr>
        <a:xfrm>
          <a:off x="5546693" y="0"/>
          <a:ext cx="1945034" cy="210723"/>
        </a:xfrm>
        <a:prstGeom prst="chevron">
          <a:avLst/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accent5">
                  <a:lumMod val="60000"/>
                  <a:lumOff val="40000"/>
                </a:schemeClr>
              </a:solidFill>
            </a:rPr>
            <a:t>Discusión</a:t>
          </a:r>
        </a:p>
      </dsp:txBody>
      <dsp:txXfrm>
        <a:off x="5652055" y="0"/>
        <a:ext cx="1734311" cy="210723"/>
      </dsp:txXfrm>
    </dsp:sp>
    <dsp:sp modelId="{7349404C-35C2-49C0-BBE9-7444F68DEE9E}">
      <dsp:nvSpPr>
        <dsp:cNvPr id="0" name=""/>
        <dsp:cNvSpPr/>
      </dsp:nvSpPr>
      <dsp:spPr>
        <a:xfrm>
          <a:off x="7297223" y="0"/>
          <a:ext cx="1945034" cy="210723"/>
        </a:xfrm>
        <a:prstGeom prst="chevron">
          <a:avLst/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accent5">
                  <a:lumMod val="60000"/>
                  <a:lumOff val="40000"/>
                </a:schemeClr>
              </a:solidFill>
            </a:rPr>
            <a:t>Conclusiones</a:t>
          </a:r>
        </a:p>
      </dsp:txBody>
      <dsp:txXfrm>
        <a:off x="7402585" y="0"/>
        <a:ext cx="1734311" cy="21072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4B01F8-C2A8-4556-87FF-C1BB9086ED3D}">
      <dsp:nvSpPr>
        <dsp:cNvPr id="0" name=""/>
        <dsp:cNvSpPr/>
      </dsp:nvSpPr>
      <dsp:spPr>
        <a:xfrm>
          <a:off x="14021" y="0"/>
          <a:ext cx="2240095" cy="210723"/>
        </a:xfrm>
        <a:prstGeom prst="chevron">
          <a:avLst/>
        </a:prstGeom>
        <a:solidFill>
          <a:schemeClr val="accent5">
            <a:lumMod val="20000"/>
            <a:lumOff val="8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accent5">
                  <a:lumMod val="60000"/>
                  <a:lumOff val="40000"/>
                </a:schemeClr>
              </a:solidFill>
            </a:rPr>
            <a:t>Introducción</a:t>
          </a:r>
        </a:p>
      </dsp:txBody>
      <dsp:txXfrm>
        <a:off x="119383" y="0"/>
        <a:ext cx="2029372" cy="210723"/>
      </dsp:txXfrm>
    </dsp:sp>
    <dsp:sp modelId="{8340CC42-D928-499B-BA74-B4985A1E7C9E}">
      <dsp:nvSpPr>
        <dsp:cNvPr id="0" name=""/>
        <dsp:cNvSpPr/>
      </dsp:nvSpPr>
      <dsp:spPr>
        <a:xfrm>
          <a:off x="2045631" y="0"/>
          <a:ext cx="1945034" cy="210723"/>
        </a:xfrm>
        <a:prstGeom prst="chevron">
          <a:avLst/>
        </a:prstGeom>
        <a:solidFill>
          <a:schemeClr val="accent5">
            <a:lumMod val="20000"/>
            <a:lumOff val="8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accent5">
                  <a:lumMod val="60000"/>
                  <a:lumOff val="40000"/>
                </a:schemeClr>
              </a:solidFill>
            </a:rPr>
            <a:t>Metodología</a:t>
          </a:r>
        </a:p>
      </dsp:txBody>
      <dsp:txXfrm>
        <a:off x="2150993" y="0"/>
        <a:ext cx="1734311" cy="210723"/>
      </dsp:txXfrm>
    </dsp:sp>
    <dsp:sp modelId="{C9F3559A-BC51-465B-8AA2-66A3DCA322B7}">
      <dsp:nvSpPr>
        <dsp:cNvPr id="0" name=""/>
        <dsp:cNvSpPr/>
      </dsp:nvSpPr>
      <dsp:spPr>
        <a:xfrm>
          <a:off x="3796162" y="0"/>
          <a:ext cx="1945034" cy="210723"/>
        </a:xfrm>
        <a:prstGeom prst="chevron">
          <a:avLst/>
        </a:prstGeom>
        <a:solidFill>
          <a:schemeClr val="accent3">
            <a:lumMod val="60000"/>
            <a:lumOff val="4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tx1"/>
              </a:solidFill>
            </a:rPr>
            <a:t>Resultados</a:t>
          </a:r>
        </a:p>
      </dsp:txBody>
      <dsp:txXfrm>
        <a:off x="3901524" y="0"/>
        <a:ext cx="1734311" cy="210723"/>
      </dsp:txXfrm>
    </dsp:sp>
    <dsp:sp modelId="{A940B3B7-CB92-4383-A5B7-88659BAA24F1}">
      <dsp:nvSpPr>
        <dsp:cNvPr id="0" name=""/>
        <dsp:cNvSpPr/>
      </dsp:nvSpPr>
      <dsp:spPr>
        <a:xfrm>
          <a:off x="5546693" y="0"/>
          <a:ext cx="1945034" cy="210723"/>
        </a:xfrm>
        <a:prstGeom prst="chevron">
          <a:avLst/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accent5">
                  <a:lumMod val="60000"/>
                  <a:lumOff val="40000"/>
                </a:schemeClr>
              </a:solidFill>
            </a:rPr>
            <a:t>Discusión</a:t>
          </a:r>
        </a:p>
      </dsp:txBody>
      <dsp:txXfrm>
        <a:off x="5652055" y="0"/>
        <a:ext cx="1734311" cy="210723"/>
      </dsp:txXfrm>
    </dsp:sp>
    <dsp:sp modelId="{7349404C-35C2-49C0-BBE9-7444F68DEE9E}">
      <dsp:nvSpPr>
        <dsp:cNvPr id="0" name=""/>
        <dsp:cNvSpPr/>
      </dsp:nvSpPr>
      <dsp:spPr>
        <a:xfrm>
          <a:off x="7297223" y="0"/>
          <a:ext cx="1945034" cy="210723"/>
        </a:xfrm>
        <a:prstGeom prst="chevron">
          <a:avLst/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accent5">
                  <a:lumMod val="60000"/>
                  <a:lumOff val="40000"/>
                </a:schemeClr>
              </a:solidFill>
            </a:rPr>
            <a:t>Conclusiones</a:t>
          </a:r>
        </a:p>
      </dsp:txBody>
      <dsp:txXfrm>
        <a:off x="7402585" y="0"/>
        <a:ext cx="1734311" cy="21072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4B01F8-C2A8-4556-87FF-C1BB9086ED3D}">
      <dsp:nvSpPr>
        <dsp:cNvPr id="0" name=""/>
        <dsp:cNvSpPr/>
      </dsp:nvSpPr>
      <dsp:spPr>
        <a:xfrm>
          <a:off x="14021" y="0"/>
          <a:ext cx="2240095" cy="210723"/>
        </a:xfrm>
        <a:prstGeom prst="chevron">
          <a:avLst/>
        </a:prstGeom>
        <a:solidFill>
          <a:schemeClr val="accent5">
            <a:lumMod val="20000"/>
            <a:lumOff val="8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accent5">
                  <a:lumMod val="60000"/>
                  <a:lumOff val="40000"/>
                </a:schemeClr>
              </a:solidFill>
            </a:rPr>
            <a:t>Introducción</a:t>
          </a:r>
        </a:p>
      </dsp:txBody>
      <dsp:txXfrm>
        <a:off x="119383" y="0"/>
        <a:ext cx="2029372" cy="210723"/>
      </dsp:txXfrm>
    </dsp:sp>
    <dsp:sp modelId="{8340CC42-D928-499B-BA74-B4985A1E7C9E}">
      <dsp:nvSpPr>
        <dsp:cNvPr id="0" name=""/>
        <dsp:cNvSpPr/>
      </dsp:nvSpPr>
      <dsp:spPr>
        <a:xfrm>
          <a:off x="2045631" y="0"/>
          <a:ext cx="1945034" cy="210723"/>
        </a:xfrm>
        <a:prstGeom prst="chevron">
          <a:avLst/>
        </a:prstGeom>
        <a:solidFill>
          <a:schemeClr val="accent5">
            <a:lumMod val="20000"/>
            <a:lumOff val="8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accent5">
                  <a:lumMod val="60000"/>
                  <a:lumOff val="40000"/>
                </a:schemeClr>
              </a:solidFill>
            </a:rPr>
            <a:t>Metodología</a:t>
          </a:r>
        </a:p>
      </dsp:txBody>
      <dsp:txXfrm>
        <a:off x="2150993" y="0"/>
        <a:ext cx="1734311" cy="210723"/>
      </dsp:txXfrm>
    </dsp:sp>
    <dsp:sp modelId="{C9F3559A-BC51-465B-8AA2-66A3DCA322B7}">
      <dsp:nvSpPr>
        <dsp:cNvPr id="0" name=""/>
        <dsp:cNvSpPr/>
      </dsp:nvSpPr>
      <dsp:spPr>
        <a:xfrm>
          <a:off x="3796162" y="0"/>
          <a:ext cx="1945034" cy="210723"/>
        </a:xfrm>
        <a:prstGeom prst="chevron">
          <a:avLst/>
        </a:prstGeom>
        <a:solidFill>
          <a:schemeClr val="accent3">
            <a:lumMod val="60000"/>
            <a:lumOff val="4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tx1"/>
              </a:solidFill>
            </a:rPr>
            <a:t>Resultados</a:t>
          </a:r>
        </a:p>
      </dsp:txBody>
      <dsp:txXfrm>
        <a:off x="3901524" y="0"/>
        <a:ext cx="1734311" cy="210723"/>
      </dsp:txXfrm>
    </dsp:sp>
    <dsp:sp modelId="{A940B3B7-CB92-4383-A5B7-88659BAA24F1}">
      <dsp:nvSpPr>
        <dsp:cNvPr id="0" name=""/>
        <dsp:cNvSpPr/>
      </dsp:nvSpPr>
      <dsp:spPr>
        <a:xfrm>
          <a:off x="5546693" y="0"/>
          <a:ext cx="1945034" cy="210723"/>
        </a:xfrm>
        <a:prstGeom prst="chevron">
          <a:avLst/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accent5">
                  <a:lumMod val="60000"/>
                  <a:lumOff val="40000"/>
                </a:schemeClr>
              </a:solidFill>
            </a:rPr>
            <a:t>Discusión</a:t>
          </a:r>
        </a:p>
      </dsp:txBody>
      <dsp:txXfrm>
        <a:off x="5652055" y="0"/>
        <a:ext cx="1734311" cy="210723"/>
      </dsp:txXfrm>
    </dsp:sp>
    <dsp:sp modelId="{7349404C-35C2-49C0-BBE9-7444F68DEE9E}">
      <dsp:nvSpPr>
        <dsp:cNvPr id="0" name=""/>
        <dsp:cNvSpPr/>
      </dsp:nvSpPr>
      <dsp:spPr>
        <a:xfrm>
          <a:off x="7297223" y="0"/>
          <a:ext cx="1945034" cy="210723"/>
        </a:xfrm>
        <a:prstGeom prst="chevron">
          <a:avLst/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accent5">
                  <a:lumMod val="60000"/>
                  <a:lumOff val="40000"/>
                </a:schemeClr>
              </a:solidFill>
            </a:rPr>
            <a:t>Conclusiones</a:t>
          </a:r>
        </a:p>
      </dsp:txBody>
      <dsp:txXfrm>
        <a:off x="7402585" y="0"/>
        <a:ext cx="1734311" cy="21072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4B01F8-C2A8-4556-87FF-C1BB9086ED3D}">
      <dsp:nvSpPr>
        <dsp:cNvPr id="0" name=""/>
        <dsp:cNvSpPr/>
      </dsp:nvSpPr>
      <dsp:spPr>
        <a:xfrm>
          <a:off x="14021" y="0"/>
          <a:ext cx="2240095" cy="210723"/>
        </a:xfrm>
        <a:prstGeom prst="chevron">
          <a:avLst/>
        </a:prstGeom>
        <a:solidFill>
          <a:schemeClr val="accent5">
            <a:lumMod val="20000"/>
            <a:lumOff val="8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accent5">
                  <a:lumMod val="60000"/>
                  <a:lumOff val="40000"/>
                </a:schemeClr>
              </a:solidFill>
            </a:rPr>
            <a:t>Introducción</a:t>
          </a:r>
        </a:p>
      </dsp:txBody>
      <dsp:txXfrm>
        <a:off x="119383" y="0"/>
        <a:ext cx="2029372" cy="210723"/>
      </dsp:txXfrm>
    </dsp:sp>
    <dsp:sp modelId="{8340CC42-D928-499B-BA74-B4985A1E7C9E}">
      <dsp:nvSpPr>
        <dsp:cNvPr id="0" name=""/>
        <dsp:cNvSpPr/>
      </dsp:nvSpPr>
      <dsp:spPr>
        <a:xfrm>
          <a:off x="2045631" y="0"/>
          <a:ext cx="1945034" cy="210723"/>
        </a:xfrm>
        <a:prstGeom prst="chevron">
          <a:avLst/>
        </a:prstGeom>
        <a:solidFill>
          <a:schemeClr val="accent5">
            <a:lumMod val="20000"/>
            <a:lumOff val="8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accent5">
                  <a:lumMod val="60000"/>
                  <a:lumOff val="40000"/>
                </a:schemeClr>
              </a:solidFill>
            </a:rPr>
            <a:t>Metodología</a:t>
          </a:r>
        </a:p>
      </dsp:txBody>
      <dsp:txXfrm>
        <a:off x="2150993" y="0"/>
        <a:ext cx="1734311" cy="210723"/>
      </dsp:txXfrm>
    </dsp:sp>
    <dsp:sp modelId="{C9F3559A-BC51-465B-8AA2-66A3DCA322B7}">
      <dsp:nvSpPr>
        <dsp:cNvPr id="0" name=""/>
        <dsp:cNvSpPr/>
      </dsp:nvSpPr>
      <dsp:spPr>
        <a:xfrm>
          <a:off x="3796162" y="0"/>
          <a:ext cx="1945034" cy="210723"/>
        </a:xfrm>
        <a:prstGeom prst="chevron">
          <a:avLst/>
        </a:prstGeom>
        <a:solidFill>
          <a:schemeClr val="accent3">
            <a:lumMod val="60000"/>
            <a:lumOff val="4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tx1"/>
              </a:solidFill>
            </a:rPr>
            <a:t>Resultados</a:t>
          </a:r>
        </a:p>
      </dsp:txBody>
      <dsp:txXfrm>
        <a:off x="3901524" y="0"/>
        <a:ext cx="1734311" cy="210723"/>
      </dsp:txXfrm>
    </dsp:sp>
    <dsp:sp modelId="{A940B3B7-CB92-4383-A5B7-88659BAA24F1}">
      <dsp:nvSpPr>
        <dsp:cNvPr id="0" name=""/>
        <dsp:cNvSpPr/>
      </dsp:nvSpPr>
      <dsp:spPr>
        <a:xfrm>
          <a:off x="5546693" y="0"/>
          <a:ext cx="1945034" cy="210723"/>
        </a:xfrm>
        <a:prstGeom prst="chevron">
          <a:avLst/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accent5">
                  <a:lumMod val="60000"/>
                  <a:lumOff val="40000"/>
                </a:schemeClr>
              </a:solidFill>
            </a:rPr>
            <a:t>Discusión</a:t>
          </a:r>
        </a:p>
      </dsp:txBody>
      <dsp:txXfrm>
        <a:off x="5652055" y="0"/>
        <a:ext cx="1734311" cy="210723"/>
      </dsp:txXfrm>
    </dsp:sp>
    <dsp:sp modelId="{7349404C-35C2-49C0-BBE9-7444F68DEE9E}">
      <dsp:nvSpPr>
        <dsp:cNvPr id="0" name=""/>
        <dsp:cNvSpPr/>
      </dsp:nvSpPr>
      <dsp:spPr>
        <a:xfrm>
          <a:off x="7297223" y="0"/>
          <a:ext cx="1945034" cy="210723"/>
        </a:xfrm>
        <a:prstGeom prst="chevron">
          <a:avLst/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accent5">
                  <a:lumMod val="60000"/>
                  <a:lumOff val="40000"/>
                </a:schemeClr>
              </a:solidFill>
            </a:rPr>
            <a:t>Conclusiones</a:t>
          </a:r>
        </a:p>
      </dsp:txBody>
      <dsp:txXfrm>
        <a:off x="7402585" y="0"/>
        <a:ext cx="1734311" cy="210723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4B01F8-C2A8-4556-87FF-C1BB9086ED3D}">
      <dsp:nvSpPr>
        <dsp:cNvPr id="0" name=""/>
        <dsp:cNvSpPr/>
      </dsp:nvSpPr>
      <dsp:spPr>
        <a:xfrm>
          <a:off x="14021" y="0"/>
          <a:ext cx="2240095" cy="210723"/>
        </a:xfrm>
        <a:prstGeom prst="chevron">
          <a:avLst/>
        </a:prstGeom>
        <a:solidFill>
          <a:schemeClr val="accent5">
            <a:lumMod val="20000"/>
            <a:lumOff val="8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accent5">
                  <a:lumMod val="60000"/>
                  <a:lumOff val="40000"/>
                </a:schemeClr>
              </a:solidFill>
            </a:rPr>
            <a:t>Introducción</a:t>
          </a:r>
        </a:p>
      </dsp:txBody>
      <dsp:txXfrm>
        <a:off x="119383" y="0"/>
        <a:ext cx="2029372" cy="210723"/>
      </dsp:txXfrm>
    </dsp:sp>
    <dsp:sp modelId="{8340CC42-D928-499B-BA74-B4985A1E7C9E}">
      <dsp:nvSpPr>
        <dsp:cNvPr id="0" name=""/>
        <dsp:cNvSpPr/>
      </dsp:nvSpPr>
      <dsp:spPr>
        <a:xfrm>
          <a:off x="2045631" y="0"/>
          <a:ext cx="1945034" cy="210723"/>
        </a:xfrm>
        <a:prstGeom prst="chevron">
          <a:avLst/>
        </a:prstGeom>
        <a:solidFill>
          <a:schemeClr val="accent5">
            <a:lumMod val="20000"/>
            <a:lumOff val="8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accent5">
                  <a:lumMod val="60000"/>
                  <a:lumOff val="40000"/>
                </a:schemeClr>
              </a:solidFill>
            </a:rPr>
            <a:t>Metodología</a:t>
          </a:r>
        </a:p>
      </dsp:txBody>
      <dsp:txXfrm>
        <a:off x="2150993" y="0"/>
        <a:ext cx="1734311" cy="210723"/>
      </dsp:txXfrm>
    </dsp:sp>
    <dsp:sp modelId="{C9F3559A-BC51-465B-8AA2-66A3DCA322B7}">
      <dsp:nvSpPr>
        <dsp:cNvPr id="0" name=""/>
        <dsp:cNvSpPr/>
      </dsp:nvSpPr>
      <dsp:spPr>
        <a:xfrm>
          <a:off x="3796162" y="0"/>
          <a:ext cx="1945034" cy="210723"/>
        </a:xfrm>
        <a:prstGeom prst="chevron">
          <a:avLst/>
        </a:prstGeom>
        <a:solidFill>
          <a:schemeClr val="accent3">
            <a:lumMod val="60000"/>
            <a:lumOff val="4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tx1"/>
              </a:solidFill>
            </a:rPr>
            <a:t>Resultados</a:t>
          </a:r>
        </a:p>
      </dsp:txBody>
      <dsp:txXfrm>
        <a:off x="3901524" y="0"/>
        <a:ext cx="1734311" cy="210723"/>
      </dsp:txXfrm>
    </dsp:sp>
    <dsp:sp modelId="{A940B3B7-CB92-4383-A5B7-88659BAA24F1}">
      <dsp:nvSpPr>
        <dsp:cNvPr id="0" name=""/>
        <dsp:cNvSpPr/>
      </dsp:nvSpPr>
      <dsp:spPr>
        <a:xfrm>
          <a:off x="5546693" y="0"/>
          <a:ext cx="1945034" cy="210723"/>
        </a:xfrm>
        <a:prstGeom prst="chevron">
          <a:avLst/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accent5">
                  <a:lumMod val="60000"/>
                  <a:lumOff val="40000"/>
                </a:schemeClr>
              </a:solidFill>
            </a:rPr>
            <a:t>Discusión</a:t>
          </a:r>
        </a:p>
      </dsp:txBody>
      <dsp:txXfrm>
        <a:off x="5652055" y="0"/>
        <a:ext cx="1734311" cy="210723"/>
      </dsp:txXfrm>
    </dsp:sp>
    <dsp:sp modelId="{7349404C-35C2-49C0-BBE9-7444F68DEE9E}">
      <dsp:nvSpPr>
        <dsp:cNvPr id="0" name=""/>
        <dsp:cNvSpPr/>
      </dsp:nvSpPr>
      <dsp:spPr>
        <a:xfrm>
          <a:off x="7297223" y="0"/>
          <a:ext cx="1945034" cy="210723"/>
        </a:xfrm>
        <a:prstGeom prst="chevron">
          <a:avLst/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accent5">
                  <a:lumMod val="60000"/>
                  <a:lumOff val="40000"/>
                </a:schemeClr>
              </a:solidFill>
            </a:rPr>
            <a:t>Conclusiones</a:t>
          </a:r>
        </a:p>
      </dsp:txBody>
      <dsp:txXfrm>
        <a:off x="7402585" y="0"/>
        <a:ext cx="1734311" cy="210723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4B01F8-C2A8-4556-87FF-C1BB9086ED3D}">
      <dsp:nvSpPr>
        <dsp:cNvPr id="0" name=""/>
        <dsp:cNvSpPr/>
      </dsp:nvSpPr>
      <dsp:spPr>
        <a:xfrm>
          <a:off x="14021" y="0"/>
          <a:ext cx="2240095" cy="210723"/>
        </a:xfrm>
        <a:prstGeom prst="chevron">
          <a:avLst/>
        </a:prstGeom>
        <a:solidFill>
          <a:schemeClr val="accent5">
            <a:lumMod val="20000"/>
            <a:lumOff val="8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accent5">
                  <a:lumMod val="60000"/>
                  <a:lumOff val="40000"/>
                </a:schemeClr>
              </a:solidFill>
            </a:rPr>
            <a:t>Introducción</a:t>
          </a:r>
        </a:p>
      </dsp:txBody>
      <dsp:txXfrm>
        <a:off x="119383" y="0"/>
        <a:ext cx="2029372" cy="210723"/>
      </dsp:txXfrm>
    </dsp:sp>
    <dsp:sp modelId="{8340CC42-D928-499B-BA74-B4985A1E7C9E}">
      <dsp:nvSpPr>
        <dsp:cNvPr id="0" name=""/>
        <dsp:cNvSpPr/>
      </dsp:nvSpPr>
      <dsp:spPr>
        <a:xfrm>
          <a:off x="2045631" y="0"/>
          <a:ext cx="1945034" cy="210723"/>
        </a:xfrm>
        <a:prstGeom prst="chevron">
          <a:avLst/>
        </a:prstGeom>
        <a:solidFill>
          <a:schemeClr val="accent5">
            <a:lumMod val="20000"/>
            <a:lumOff val="8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accent5">
                  <a:lumMod val="60000"/>
                  <a:lumOff val="40000"/>
                </a:schemeClr>
              </a:solidFill>
            </a:rPr>
            <a:t>Metodología</a:t>
          </a:r>
        </a:p>
      </dsp:txBody>
      <dsp:txXfrm>
        <a:off x="2150993" y="0"/>
        <a:ext cx="1734311" cy="210723"/>
      </dsp:txXfrm>
    </dsp:sp>
    <dsp:sp modelId="{C9F3559A-BC51-465B-8AA2-66A3DCA322B7}">
      <dsp:nvSpPr>
        <dsp:cNvPr id="0" name=""/>
        <dsp:cNvSpPr/>
      </dsp:nvSpPr>
      <dsp:spPr>
        <a:xfrm>
          <a:off x="3796162" y="0"/>
          <a:ext cx="1945034" cy="210723"/>
        </a:xfrm>
        <a:prstGeom prst="chevron">
          <a:avLst/>
        </a:prstGeom>
        <a:solidFill>
          <a:schemeClr val="accent5">
            <a:lumMod val="20000"/>
            <a:lumOff val="8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accent5">
                  <a:lumMod val="60000"/>
                  <a:lumOff val="40000"/>
                </a:schemeClr>
              </a:solidFill>
            </a:rPr>
            <a:t>Resultados</a:t>
          </a:r>
        </a:p>
      </dsp:txBody>
      <dsp:txXfrm>
        <a:off x="3901524" y="0"/>
        <a:ext cx="1734311" cy="210723"/>
      </dsp:txXfrm>
    </dsp:sp>
    <dsp:sp modelId="{A940B3B7-CB92-4383-A5B7-88659BAA24F1}">
      <dsp:nvSpPr>
        <dsp:cNvPr id="0" name=""/>
        <dsp:cNvSpPr/>
      </dsp:nvSpPr>
      <dsp:spPr>
        <a:xfrm>
          <a:off x="5546693" y="0"/>
          <a:ext cx="1945034" cy="210723"/>
        </a:xfrm>
        <a:prstGeom prst="chevron">
          <a:avLst/>
        </a:prstGeom>
        <a:solidFill>
          <a:schemeClr val="accent5">
            <a:lumMod val="20000"/>
            <a:lumOff val="8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accent5">
                  <a:lumMod val="60000"/>
                  <a:lumOff val="40000"/>
                </a:schemeClr>
              </a:solidFill>
            </a:rPr>
            <a:t>Discusión</a:t>
          </a:r>
        </a:p>
      </dsp:txBody>
      <dsp:txXfrm>
        <a:off x="5652055" y="0"/>
        <a:ext cx="1734311" cy="210723"/>
      </dsp:txXfrm>
    </dsp:sp>
    <dsp:sp modelId="{7349404C-35C2-49C0-BBE9-7444F68DEE9E}">
      <dsp:nvSpPr>
        <dsp:cNvPr id="0" name=""/>
        <dsp:cNvSpPr/>
      </dsp:nvSpPr>
      <dsp:spPr>
        <a:xfrm>
          <a:off x="7297223" y="0"/>
          <a:ext cx="1945034" cy="210723"/>
        </a:xfrm>
        <a:prstGeom prst="chevron">
          <a:avLst/>
        </a:prstGeom>
        <a:solidFill>
          <a:schemeClr val="accent3">
            <a:lumMod val="60000"/>
            <a:lumOff val="4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tx1"/>
              </a:solidFill>
            </a:rPr>
            <a:t>Conclusiones</a:t>
          </a:r>
        </a:p>
      </dsp:txBody>
      <dsp:txXfrm>
        <a:off x="7402585" y="0"/>
        <a:ext cx="1734311" cy="210723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4B01F8-C2A8-4556-87FF-C1BB9086ED3D}">
      <dsp:nvSpPr>
        <dsp:cNvPr id="0" name=""/>
        <dsp:cNvSpPr/>
      </dsp:nvSpPr>
      <dsp:spPr>
        <a:xfrm>
          <a:off x="14021" y="0"/>
          <a:ext cx="2240095" cy="210723"/>
        </a:xfrm>
        <a:prstGeom prst="chevron">
          <a:avLst/>
        </a:prstGeom>
        <a:solidFill>
          <a:schemeClr val="accent5">
            <a:lumMod val="20000"/>
            <a:lumOff val="8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accent5">
                  <a:lumMod val="60000"/>
                  <a:lumOff val="40000"/>
                </a:schemeClr>
              </a:solidFill>
            </a:rPr>
            <a:t>Introducción</a:t>
          </a:r>
        </a:p>
      </dsp:txBody>
      <dsp:txXfrm>
        <a:off x="119383" y="0"/>
        <a:ext cx="2029372" cy="210723"/>
      </dsp:txXfrm>
    </dsp:sp>
    <dsp:sp modelId="{8340CC42-D928-499B-BA74-B4985A1E7C9E}">
      <dsp:nvSpPr>
        <dsp:cNvPr id="0" name=""/>
        <dsp:cNvSpPr/>
      </dsp:nvSpPr>
      <dsp:spPr>
        <a:xfrm>
          <a:off x="2045631" y="0"/>
          <a:ext cx="1945034" cy="210723"/>
        </a:xfrm>
        <a:prstGeom prst="chevron">
          <a:avLst/>
        </a:prstGeom>
        <a:solidFill>
          <a:schemeClr val="accent5">
            <a:lumMod val="20000"/>
            <a:lumOff val="8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accent5">
                  <a:lumMod val="60000"/>
                  <a:lumOff val="40000"/>
                </a:schemeClr>
              </a:solidFill>
            </a:rPr>
            <a:t>Metodología</a:t>
          </a:r>
        </a:p>
      </dsp:txBody>
      <dsp:txXfrm>
        <a:off x="2150993" y="0"/>
        <a:ext cx="1734311" cy="210723"/>
      </dsp:txXfrm>
    </dsp:sp>
    <dsp:sp modelId="{C9F3559A-BC51-465B-8AA2-66A3DCA322B7}">
      <dsp:nvSpPr>
        <dsp:cNvPr id="0" name=""/>
        <dsp:cNvSpPr/>
      </dsp:nvSpPr>
      <dsp:spPr>
        <a:xfrm>
          <a:off x="3796162" y="0"/>
          <a:ext cx="1945034" cy="210723"/>
        </a:xfrm>
        <a:prstGeom prst="chevron">
          <a:avLst/>
        </a:prstGeom>
        <a:solidFill>
          <a:schemeClr val="accent5">
            <a:lumMod val="20000"/>
            <a:lumOff val="8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accent5">
                  <a:lumMod val="60000"/>
                  <a:lumOff val="40000"/>
                </a:schemeClr>
              </a:solidFill>
            </a:rPr>
            <a:t>Resultados</a:t>
          </a:r>
        </a:p>
      </dsp:txBody>
      <dsp:txXfrm>
        <a:off x="3901524" y="0"/>
        <a:ext cx="1734311" cy="210723"/>
      </dsp:txXfrm>
    </dsp:sp>
    <dsp:sp modelId="{A940B3B7-CB92-4383-A5B7-88659BAA24F1}">
      <dsp:nvSpPr>
        <dsp:cNvPr id="0" name=""/>
        <dsp:cNvSpPr/>
      </dsp:nvSpPr>
      <dsp:spPr>
        <a:xfrm>
          <a:off x="5546693" y="0"/>
          <a:ext cx="1945034" cy="210723"/>
        </a:xfrm>
        <a:prstGeom prst="chevron">
          <a:avLst/>
        </a:prstGeom>
        <a:solidFill>
          <a:schemeClr val="accent5">
            <a:lumMod val="20000"/>
            <a:lumOff val="8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accent5">
                  <a:lumMod val="60000"/>
                  <a:lumOff val="40000"/>
                </a:schemeClr>
              </a:solidFill>
            </a:rPr>
            <a:t>Discusión</a:t>
          </a:r>
        </a:p>
      </dsp:txBody>
      <dsp:txXfrm>
        <a:off x="5652055" y="0"/>
        <a:ext cx="1734311" cy="210723"/>
      </dsp:txXfrm>
    </dsp:sp>
    <dsp:sp modelId="{7349404C-35C2-49C0-BBE9-7444F68DEE9E}">
      <dsp:nvSpPr>
        <dsp:cNvPr id="0" name=""/>
        <dsp:cNvSpPr/>
      </dsp:nvSpPr>
      <dsp:spPr>
        <a:xfrm>
          <a:off x="7297223" y="0"/>
          <a:ext cx="1945034" cy="210723"/>
        </a:xfrm>
        <a:prstGeom prst="chevron">
          <a:avLst/>
        </a:prstGeom>
        <a:solidFill>
          <a:schemeClr val="accent3">
            <a:lumMod val="60000"/>
            <a:lumOff val="40000"/>
          </a:schemeClr>
        </a:solidFill>
        <a:ln w="19050" cap="flat" cmpd="sng" algn="ctr">
          <a:solidFill>
            <a:schemeClr val="accent3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noProof="0">
              <a:solidFill>
                <a:schemeClr val="tx1"/>
              </a:solidFill>
            </a:rPr>
            <a:t>Conclusiones</a:t>
          </a:r>
        </a:p>
      </dsp:txBody>
      <dsp:txXfrm>
        <a:off x="7402585" y="0"/>
        <a:ext cx="1734311" cy="2107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65151DB-760A-F0DE-24EF-3AA31C9F60C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3BBDE4-B86E-9ACC-9CC2-0D06E594964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B6E142-77E9-4722-93BF-DB55D77C171E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4C24FF-E511-2A32-09B0-FEC91429276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9F3C12-F745-B8B8-086A-84C6DAFC304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A7054B-3EBC-4001-8140-40E76DD9E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86294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BED969-5666-40F3-AF52-05EC35AF71B6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324130-34CE-4660-851C-FF62A77A30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3936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Hola, buenos días, Con la venia voy a presentar…</a:t>
            </a:r>
          </a:p>
          <a:p>
            <a:br>
              <a:rPr lang="es-ES" dirty="0"/>
            </a:br>
            <a:r>
              <a:rPr lang="es-ES" dirty="0"/>
              <a:t>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324130-34CE-4660-851C-FF62A77A304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4270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03006-B2E6-4A4C-6709-CA0602C09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F9D98E-1AC2-9028-073F-B98C80D2DE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C9B425-A867-7971-EF01-0FC228B7F4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(No hace falta que te enrolles)</a:t>
            </a:r>
          </a:p>
          <a:p>
            <a:r>
              <a:rPr lang="es-ES" dirty="0"/>
              <a:t>QR de la tarjeta de presentación. Si accedéis…</a:t>
            </a:r>
          </a:p>
          <a:p>
            <a:r>
              <a:rPr lang="es-ES" dirty="0"/>
              <a:t>Podéis encontrar las diapositivas que estamos viendo, el material asociado a la tesis, los repositorios de GitHub asociados a la investigación, los enlaces a las principales publicaciones realizadas y mis perfiles de investigación (</a:t>
            </a:r>
            <a:r>
              <a:rPr lang="es-ES" dirty="0" err="1"/>
              <a:t>orcid</a:t>
            </a:r>
            <a:r>
              <a:rPr lang="es-ES" dirty="0"/>
              <a:t>, </a:t>
            </a:r>
            <a:r>
              <a:rPr lang="es-ES" dirty="0" err="1"/>
              <a:t>scholar</a:t>
            </a:r>
            <a:r>
              <a:rPr lang="es-ES" dirty="0"/>
              <a:t>, </a:t>
            </a:r>
            <a:r>
              <a:rPr lang="es-ES" dirty="0" err="1"/>
              <a:t>researchGate</a:t>
            </a:r>
            <a:r>
              <a:rPr lang="es-ES" dirty="0"/>
              <a:t>..)</a:t>
            </a:r>
          </a:p>
          <a:p>
            <a:r>
              <a:rPr lang="es-ES" dirty="0"/>
              <a:t>EPSILOD -&gt; </a:t>
            </a:r>
            <a:r>
              <a:rPr lang="es-ES" dirty="0" err="1"/>
              <a:t>Stencils</a:t>
            </a:r>
            <a:r>
              <a:rPr lang="es-ES" dirty="0"/>
              <a:t> -&gt; Apoyo en la corrección de la no convergencia del algoritmo actual (Limitación de los valores para alejarlos del 1)</a:t>
            </a:r>
          </a:p>
          <a:p>
            <a:r>
              <a:rPr lang="es-ES" dirty="0"/>
              <a:t>Matrices triangulares -&gt; Algoritmo reparto de memorias. El balanceo no ayudaba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9174EE-6E53-49B3-FB18-BB21E9829C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324130-34CE-4660-851C-FF62A77A304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2481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B0714-208B-C669-D147-E66A9C2A6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EB698E-1D72-9B76-0D1D-9994C2234F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DCAB31-8B54-1480-ECFE-8C2D6F21EE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</a:t>
            </a:r>
            <a:r>
              <a:rPr lang="en-US" dirty="0" err="1"/>
              <a:t>trabajo</a:t>
            </a:r>
            <a:r>
              <a:rPr lang="en-US" dirty="0"/>
              <a:t> versa </a:t>
            </a:r>
            <a:r>
              <a:rPr lang="en-US" dirty="0" err="1"/>
              <a:t>sobre</a:t>
            </a:r>
            <a:r>
              <a:rPr lang="en-US" dirty="0"/>
              <a:t> series </a:t>
            </a:r>
            <a:r>
              <a:rPr lang="en-US" dirty="0" err="1"/>
              <a:t>temporales</a:t>
            </a:r>
            <a:endParaRPr lang="en-US" dirty="0"/>
          </a:p>
          <a:p>
            <a:r>
              <a:rPr lang="en-US" dirty="0"/>
              <a:t>Una </a:t>
            </a:r>
            <a:r>
              <a:rPr lang="en-US" dirty="0" err="1"/>
              <a:t>serie</a:t>
            </a:r>
            <a:r>
              <a:rPr lang="en-US" dirty="0"/>
              <a:t> temporal no es </a:t>
            </a:r>
            <a:r>
              <a:rPr lang="en-US" dirty="0" err="1"/>
              <a:t>más</a:t>
            </a:r>
            <a:r>
              <a:rPr lang="en-US" dirty="0"/>
              <a:t> que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secuencia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asociados</a:t>
            </a:r>
            <a:r>
              <a:rPr lang="en-US" dirty="0"/>
              <a:t> a </a:t>
            </a:r>
            <a:r>
              <a:rPr lang="en-US" dirty="0" err="1"/>
              <a:t>tiempos</a:t>
            </a:r>
            <a:r>
              <a:rPr lang="en-US" dirty="0"/>
              <a:t> </a:t>
            </a:r>
            <a:r>
              <a:rPr lang="en-US" dirty="0" err="1"/>
              <a:t>concretos</a:t>
            </a:r>
            <a:endParaRPr lang="en-US" dirty="0"/>
          </a:p>
          <a:p>
            <a:r>
              <a:rPr lang="en-US" dirty="0" err="1"/>
              <a:t>Ejemplo</a:t>
            </a:r>
            <a:r>
              <a:rPr lang="en-US" dirty="0"/>
              <a:t>: Se </a:t>
            </a:r>
            <a:r>
              <a:rPr lang="en-US" dirty="0" err="1"/>
              <a:t>nos</a:t>
            </a:r>
            <a:r>
              <a:rPr lang="en-US" dirty="0"/>
              <a:t> </a:t>
            </a:r>
            <a:r>
              <a:rPr lang="en-US" dirty="0" err="1"/>
              <a:t>rompe</a:t>
            </a:r>
            <a:r>
              <a:rPr lang="en-US" dirty="0"/>
              <a:t> la </a:t>
            </a:r>
            <a:r>
              <a:rPr lang="en-US" dirty="0" err="1"/>
              <a:t>lavadora</a:t>
            </a:r>
            <a:r>
              <a:rPr lang="en-US" dirty="0"/>
              <a:t> y </a:t>
            </a:r>
            <a:r>
              <a:rPr lang="en-US" dirty="0" err="1"/>
              <a:t>estamos</a:t>
            </a:r>
            <a:r>
              <a:rPr lang="en-US" dirty="0"/>
              <a:t> </a:t>
            </a:r>
            <a:r>
              <a:rPr lang="en-US" dirty="0" err="1"/>
              <a:t>atentos</a:t>
            </a:r>
            <a:r>
              <a:rPr lang="en-US" dirty="0"/>
              <a:t> a </a:t>
            </a:r>
            <a:r>
              <a:rPr lang="en-US" dirty="0" err="1"/>
              <a:t>cuántos</a:t>
            </a:r>
            <a:r>
              <a:rPr lang="en-US" dirty="0"/>
              <a:t> </a:t>
            </a:r>
            <a:r>
              <a:rPr lang="en-US" dirty="0" err="1"/>
              <a:t>pitidos</a:t>
            </a:r>
            <a:r>
              <a:rPr lang="en-US" dirty="0"/>
              <a:t> </a:t>
            </a:r>
            <a:r>
              <a:rPr lang="en-US" dirty="0" err="1"/>
              <a:t>suenan</a:t>
            </a:r>
            <a:r>
              <a:rPr lang="en-US" dirty="0"/>
              <a:t> y/o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tono</a:t>
            </a:r>
            <a:r>
              <a:rPr lang="en-US" dirty="0"/>
              <a:t>. =&gt; Serie temporal de </a:t>
            </a:r>
            <a:r>
              <a:rPr lang="en-US" dirty="0" err="1"/>
              <a:t>Hzs</a:t>
            </a:r>
            <a:r>
              <a:rPr lang="en-US" dirty="0"/>
              <a:t> a lo largo del </a:t>
            </a:r>
            <a:r>
              <a:rPr lang="en-US" dirty="0" err="1"/>
              <a:t>tiempo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1BFF8-CC17-B230-1256-73447853D0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324130-34CE-4660-851C-FF62A77A304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2273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41F7E-E82F-9A58-56DB-AD1BA0014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9C996C-4106-3566-EA8C-C6D42BDED4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70FBB5-28F7-3369-55BD-8239E3C2A5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¿Para </a:t>
            </a:r>
            <a:r>
              <a:rPr lang="en-US" dirty="0" err="1"/>
              <a:t>qué</a:t>
            </a:r>
            <a:r>
              <a:rPr lang="en-US" dirty="0"/>
              <a:t> se </a:t>
            </a:r>
            <a:r>
              <a:rPr lang="en-US" dirty="0" err="1"/>
              <a:t>usan</a:t>
            </a:r>
            <a:r>
              <a:rPr lang="en-US" dirty="0"/>
              <a:t>? </a:t>
            </a:r>
            <a:r>
              <a:rPr lang="en-US" dirty="0" err="1"/>
              <a:t>Aplicaciones</a:t>
            </a:r>
            <a:r>
              <a:rPr lang="en-US" dirty="0"/>
              <a:t> </a:t>
            </a:r>
            <a:r>
              <a:rPr lang="en-US" dirty="0" err="1"/>
              <a:t>útiles</a:t>
            </a:r>
            <a:endParaRPr lang="en-US" dirty="0"/>
          </a:p>
          <a:p>
            <a:r>
              <a:rPr lang="en-US" dirty="0" err="1"/>
              <a:t>Modelamos</a:t>
            </a:r>
            <a:r>
              <a:rPr lang="en-US" dirty="0"/>
              <a:t> la </a:t>
            </a:r>
            <a:r>
              <a:rPr lang="en-US" dirty="0" err="1"/>
              <a:t>realidad</a:t>
            </a:r>
            <a:r>
              <a:rPr lang="en-US" dirty="0"/>
              <a:t> para </a:t>
            </a:r>
            <a:r>
              <a:rPr lang="en-US" dirty="0" err="1"/>
              <a:t>conocer</a:t>
            </a:r>
            <a:r>
              <a:rPr lang="en-US" dirty="0"/>
              <a:t>/</a:t>
            </a:r>
            <a:r>
              <a:rPr lang="en-US" dirty="0" err="1"/>
              <a:t>analizar</a:t>
            </a:r>
            <a:r>
              <a:rPr lang="en-US" dirty="0"/>
              <a:t>/</a:t>
            </a:r>
            <a:r>
              <a:rPr lang="en-US" dirty="0" err="1"/>
              <a:t>predecir</a:t>
            </a:r>
            <a:r>
              <a:rPr lang="en-US" dirty="0"/>
              <a:t> </a:t>
            </a:r>
            <a:r>
              <a:rPr lang="en-US" dirty="0" err="1"/>
              <a:t>estados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0F1893-AB3A-AB78-4E6E-C74DD3E850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324130-34CE-4660-851C-FF62A77A304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2228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746DC-0198-5195-6843-24F89C980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62E849-C2EB-50DB-0A11-53D9897D1D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6D4184-F5DC-4650-6D50-A3BF834A37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Tener Cuidado. </a:t>
            </a:r>
            <a:r>
              <a:rPr lang="en-US" dirty="0" err="1"/>
              <a:t>Rápido</a:t>
            </a:r>
            <a:r>
              <a:rPr lang="en-US" dirty="0"/>
              <a:t> </a:t>
            </a:r>
            <a:r>
              <a:rPr lang="en-US" dirty="0" err="1"/>
              <a:t>pq</a:t>
            </a:r>
            <a:r>
              <a:rPr lang="en-US" dirty="0"/>
              <a:t> hay </a:t>
            </a:r>
            <a:r>
              <a:rPr lang="en-US" dirty="0" err="1"/>
              <a:t>versiones</a:t>
            </a:r>
            <a:r>
              <a:rPr lang="en-US" dirty="0"/>
              <a:t> pre-</a:t>
            </a:r>
            <a:r>
              <a:rPr lang="en-US" dirty="0" err="1"/>
              <a:t>entrenadas</a:t>
            </a:r>
            <a:r>
              <a:rPr lang="en-US" dirty="0"/>
              <a:t> no “</a:t>
            </a:r>
            <a:r>
              <a:rPr lang="en-US" dirty="0" err="1"/>
              <a:t>porque</a:t>
            </a:r>
            <a:r>
              <a:rPr lang="en-US" dirty="0"/>
              <a:t> no se </a:t>
            </a:r>
            <a:r>
              <a:rPr lang="en-US" dirty="0" err="1"/>
              <a:t>entrenen</a:t>
            </a:r>
            <a:r>
              <a:rPr lang="en-US" dirty="0"/>
              <a:t>”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D1C2BF-AC42-12A4-D212-DA92446919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324130-34CE-4660-851C-FF62A77A304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4621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98D65-7B92-3FCB-B3B1-22BF52022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6CA080-AF2B-2773-A7A5-8EC4FA5B21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DB7775-DE04-BCEF-14A2-35ED8309AF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Tener Cuidado. </a:t>
            </a:r>
            <a:r>
              <a:rPr lang="en-US" dirty="0" err="1"/>
              <a:t>Rápido</a:t>
            </a:r>
            <a:r>
              <a:rPr lang="en-US" dirty="0"/>
              <a:t> </a:t>
            </a:r>
            <a:r>
              <a:rPr lang="en-US" dirty="0" err="1"/>
              <a:t>pq</a:t>
            </a:r>
            <a:r>
              <a:rPr lang="en-US" dirty="0"/>
              <a:t> hay </a:t>
            </a:r>
            <a:r>
              <a:rPr lang="en-US" dirty="0" err="1"/>
              <a:t>versiones</a:t>
            </a:r>
            <a:r>
              <a:rPr lang="en-US" dirty="0"/>
              <a:t> pre-</a:t>
            </a:r>
            <a:r>
              <a:rPr lang="en-US" dirty="0" err="1"/>
              <a:t>entrenadas</a:t>
            </a:r>
            <a:r>
              <a:rPr lang="en-US" dirty="0"/>
              <a:t> no “</a:t>
            </a:r>
            <a:r>
              <a:rPr lang="en-US" dirty="0" err="1"/>
              <a:t>porque</a:t>
            </a:r>
            <a:r>
              <a:rPr lang="en-US" dirty="0"/>
              <a:t> no se </a:t>
            </a:r>
            <a:r>
              <a:rPr lang="en-US" dirty="0" err="1"/>
              <a:t>entrenen</a:t>
            </a:r>
            <a:r>
              <a:rPr lang="en-US" dirty="0"/>
              <a:t>”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D64D7A-5B96-2DCE-B518-284908442B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324130-34CE-4660-851C-FF62A77A304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190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C6B67-6624-370E-34E1-75C1C54F0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94FA08-2CF4-4FA8-F8DC-4F5A57D49E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DBB5AB-C0BD-8441-473B-ED9BD61C17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</a:t>
            </a:r>
            <a:r>
              <a:rPr lang="en-US" dirty="0" err="1"/>
              <a:t>describir</a:t>
            </a:r>
            <a:r>
              <a:rPr lang="en-US" dirty="0"/>
              <a:t> las </a:t>
            </a:r>
            <a:r>
              <a:rPr lang="en-US" dirty="0" err="1"/>
              <a:t>herramientas</a:t>
            </a:r>
            <a:r>
              <a:rPr lang="en-US" dirty="0"/>
              <a:t> de DVA Podemos usar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diagrama</a:t>
            </a:r>
            <a:r>
              <a:rPr lang="en-US" dirty="0"/>
              <a:t> general</a:t>
            </a:r>
          </a:p>
          <a:p>
            <a:r>
              <a:rPr lang="en-US" dirty="0"/>
              <a:t>“Forma de divider la </a:t>
            </a:r>
            <a:r>
              <a:rPr lang="en-US" dirty="0" err="1"/>
              <a:t>serie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trozos</a:t>
            </a:r>
            <a:r>
              <a:rPr lang="en-US" dirty="0"/>
              <a:t>”, se </a:t>
            </a:r>
            <a:r>
              <a:rPr lang="en-US" dirty="0" err="1"/>
              <a:t>saca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vector latent y se </a:t>
            </a:r>
            <a:r>
              <a:rPr lang="en-US" dirty="0" err="1"/>
              <a:t>proyecta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gráficos</a:t>
            </a:r>
            <a:r>
              <a:rPr lang="en-US" dirty="0"/>
              <a:t> que </a:t>
            </a:r>
            <a:r>
              <a:rPr lang="en-US" dirty="0" err="1"/>
              <a:t>pueden</a:t>
            </a:r>
            <a:r>
              <a:rPr lang="en-US" dirty="0"/>
              <a:t> ser o no </a:t>
            </a:r>
            <a:r>
              <a:rPr lang="en-US" dirty="0" err="1"/>
              <a:t>interactivos</a:t>
            </a:r>
            <a:endParaRPr lang="en-US" dirty="0"/>
          </a:p>
          <a:p>
            <a:r>
              <a:rPr lang="en-US" dirty="0"/>
              <a:t>El </a:t>
            </a:r>
            <a:r>
              <a:rPr lang="en-US" dirty="0" err="1"/>
              <a:t>bucle</a:t>
            </a:r>
            <a:r>
              <a:rPr lang="en-US" dirty="0"/>
              <a:t> in the loop </a:t>
            </a:r>
            <a:r>
              <a:rPr lang="en-US" dirty="0" err="1"/>
              <a:t>sirve</a:t>
            </a:r>
            <a:r>
              <a:rPr lang="en-US" dirty="0"/>
              <a:t> para </a:t>
            </a:r>
            <a:r>
              <a:rPr lang="en-US" dirty="0" err="1"/>
              <a:t>adaptar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parámertos</a:t>
            </a:r>
            <a:r>
              <a:rPr lang="en-US" dirty="0"/>
              <a:t> </a:t>
            </a:r>
            <a:r>
              <a:rPr lang="en-US" dirty="0" err="1"/>
              <a:t>iniciales</a:t>
            </a:r>
            <a:r>
              <a:rPr lang="en-US" dirty="0"/>
              <a:t> para </a:t>
            </a:r>
            <a:r>
              <a:rPr lang="en-US" dirty="0" err="1"/>
              <a:t>conseguir</a:t>
            </a:r>
            <a:r>
              <a:rPr lang="en-US" dirty="0"/>
              <a:t> </a:t>
            </a:r>
            <a:r>
              <a:rPr lang="en-US" dirty="0" err="1"/>
              <a:t>espacios</a:t>
            </a:r>
            <a:r>
              <a:rPr lang="en-US" dirty="0"/>
              <a:t>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interpretables</a:t>
            </a:r>
            <a:r>
              <a:rPr lang="en-US" dirty="0"/>
              <a:t> o </a:t>
            </a:r>
            <a:r>
              <a:rPr lang="en-US" dirty="0" err="1"/>
              <a:t>precisos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9AD10A-72D2-A9DF-9F83-3A574838F8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324130-34CE-4660-851C-FF62A77A304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4607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BDA90-1C5B-DC6D-B3AB-C4959C0E1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398E9C-DB3A-0261-5659-8B97D72A2C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2DF9D5-8215-1791-1C96-4E52BB8547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Tener Cuidado. </a:t>
            </a:r>
            <a:r>
              <a:rPr lang="en-US" dirty="0" err="1"/>
              <a:t>Rápido</a:t>
            </a:r>
            <a:r>
              <a:rPr lang="en-US" dirty="0"/>
              <a:t> </a:t>
            </a:r>
            <a:r>
              <a:rPr lang="en-US" dirty="0" err="1"/>
              <a:t>pq</a:t>
            </a:r>
            <a:r>
              <a:rPr lang="en-US" dirty="0"/>
              <a:t> hay </a:t>
            </a:r>
            <a:r>
              <a:rPr lang="en-US" dirty="0" err="1"/>
              <a:t>versiones</a:t>
            </a:r>
            <a:r>
              <a:rPr lang="en-US" dirty="0"/>
              <a:t> pre-</a:t>
            </a:r>
            <a:r>
              <a:rPr lang="en-US" dirty="0" err="1"/>
              <a:t>entrenadas</a:t>
            </a:r>
            <a:r>
              <a:rPr lang="en-US" dirty="0"/>
              <a:t> no “</a:t>
            </a:r>
            <a:r>
              <a:rPr lang="en-US" dirty="0" err="1"/>
              <a:t>porque</a:t>
            </a:r>
            <a:r>
              <a:rPr lang="en-US" dirty="0"/>
              <a:t> no se </a:t>
            </a:r>
            <a:r>
              <a:rPr lang="en-US" dirty="0" err="1"/>
              <a:t>entrenen</a:t>
            </a:r>
            <a:r>
              <a:rPr lang="en-US" dirty="0"/>
              <a:t>”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90ED36-BCF4-6833-86B4-0129F98D79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324130-34CE-4660-851C-FF62A77A304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3034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CB3F1-4011-5189-298D-6F09E22B1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E1CF39-8337-5CAE-DB6F-418AF761F6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1522C3-05BF-C505-1128-B46793FDA7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Tener Cuidado. </a:t>
            </a:r>
            <a:r>
              <a:rPr lang="en-US" dirty="0" err="1"/>
              <a:t>Rápido</a:t>
            </a:r>
            <a:r>
              <a:rPr lang="en-US" dirty="0"/>
              <a:t> </a:t>
            </a:r>
            <a:r>
              <a:rPr lang="en-US" dirty="0" err="1"/>
              <a:t>pq</a:t>
            </a:r>
            <a:r>
              <a:rPr lang="en-US" dirty="0"/>
              <a:t> hay </a:t>
            </a:r>
            <a:r>
              <a:rPr lang="en-US" dirty="0" err="1"/>
              <a:t>versiones</a:t>
            </a:r>
            <a:r>
              <a:rPr lang="en-US" dirty="0"/>
              <a:t> pre-</a:t>
            </a:r>
            <a:r>
              <a:rPr lang="en-US" dirty="0" err="1"/>
              <a:t>entrenadas</a:t>
            </a:r>
            <a:r>
              <a:rPr lang="en-US" dirty="0"/>
              <a:t> no “</a:t>
            </a:r>
            <a:r>
              <a:rPr lang="en-US" dirty="0" err="1"/>
              <a:t>porque</a:t>
            </a:r>
            <a:r>
              <a:rPr lang="en-US" dirty="0"/>
              <a:t> no se </a:t>
            </a:r>
            <a:r>
              <a:rPr lang="en-US" dirty="0" err="1"/>
              <a:t>entrenen</a:t>
            </a:r>
            <a:r>
              <a:rPr lang="en-US" dirty="0"/>
              <a:t>”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BB63F3-F57C-5DFF-FE5D-041E544809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324130-34CE-4660-851C-FF62A77A304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9313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01229-D610-1769-BF34-BD45DC482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112B76-2AB9-05F8-C733-AD9F1FBC94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3866C0-E867-A477-2394-3DA3D16890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800" b="0" i="0" u="none" strike="noStrike" baseline="0" dirty="0">
                <a:latin typeface="SFRM1095"/>
              </a:rPr>
              <a:t>La reducción es directamente por factor (coger de 1/</a:t>
            </a:r>
            <a:r>
              <a:rPr lang="es-ES" sz="1800" b="0" i="0" u="none" strike="noStrike" baseline="0" dirty="0" err="1">
                <a:latin typeface="SFRM1095"/>
              </a:rPr>
              <a:t>factor_frecuencia</a:t>
            </a:r>
            <a:r>
              <a:rPr lang="es-ES" sz="1800" b="0" i="0" u="none" strike="noStrike" baseline="0" dirty="0">
                <a:latin typeface="SFRM1095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800" b="0" i="0" u="none" strike="noStrike" baseline="0" dirty="0" err="1">
                <a:latin typeface="SFRM1095"/>
              </a:rPr>
              <a:t>Piecewise</a:t>
            </a:r>
            <a:r>
              <a:rPr lang="es-ES" sz="1800" b="0" i="0" u="none" strike="noStrike" baseline="0" dirty="0">
                <a:latin typeface="SFRM1095"/>
              </a:rPr>
              <a:t> </a:t>
            </a:r>
            <a:r>
              <a:rPr lang="es-ES" sz="1800" b="0" i="0" u="none" strike="noStrike" baseline="0" dirty="0" err="1">
                <a:latin typeface="SFRM1095"/>
              </a:rPr>
              <a:t>Aggregate</a:t>
            </a:r>
            <a:r>
              <a:rPr lang="es-ES" sz="1800" b="0" i="0" u="none" strike="noStrike" baseline="0" dirty="0">
                <a:latin typeface="SFRM1095"/>
              </a:rPr>
              <a:t> </a:t>
            </a:r>
            <a:r>
              <a:rPr lang="es-ES" sz="1800" b="0" i="0" u="none" strike="noStrike" baseline="0" dirty="0" err="1">
                <a:latin typeface="SFRM1095"/>
              </a:rPr>
              <a:t>Approximation</a:t>
            </a:r>
            <a:endParaRPr lang="es-ES" sz="1800" b="0" i="0" u="none" strike="noStrike" baseline="0" dirty="0">
              <a:latin typeface="SFRM1095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800" b="0" i="0" u="none" strike="noStrike" baseline="0" dirty="0">
                <a:latin typeface="SFRM1095"/>
              </a:rPr>
              <a:t>Aunque para muestras pequeñas … OOM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800" b="0" i="0" u="none" strike="noStrike" baseline="0" dirty="0">
                <a:latin typeface="SFRM1095"/>
              </a:rPr>
              <a:t>Pero con la versión 10K estandariza el tiempo a 7 segundos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C74B1E-DCC4-A3F1-68B8-E9539B156C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324130-34CE-4660-851C-FF62A77A304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6692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02933-4E31-C386-7AA3-47196A8A5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99D8B0-7534-576E-9BFA-746E581C7C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9276F8-A08A-4E76-EB3D-818BE156DE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dirty="0"/>
              <a:t>Con esta mejora de eficiencia, ganamos un análisis de </a:t>
            </a:r>
            <a:r>
              <a:rPr lang="es-ES" sz="1200" dirty="0" err="1"/>
              <a:t>previw</a:t>
            </a:r>
            <a:endParaRPr lang="es-ES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C3DB7B-869A-010B-6012-87539677E3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324130-34CE-4660-851C-FF62A77A304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5220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797EF-4562-F4C6-43EF-7B534E69C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A7D623-9C59-64A3-7C49-7A1BDF6EB4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5340B7-0E6B-46EE-9378-2EA7F651C4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dirty="0"/>
              <a:t>Cerramos, así, el primer camino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303DE7-1D3F-4A4C-808D-8F35852420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324130-34CE-4660-851C-FF62A77A304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625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57F7B-8B90-BB19-6CBF-5ECD9AC8C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4CF5B7-3695-B983-5737-0CAC16DA00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7AB219-D7D1-2252-8142-E27C9C8D86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dirty="0"/>
              <a:t>Este análisis nos lleva a cerrar el segundo camino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F10512-18D7-E606-49F1-06E7B06AE7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324130-34CE-4660-851C-FF62A77A304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0846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F994D-C18C-0C83-FBC1-A01B38888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D287EC-1EF1-A924-B5BA-ADB7D9C27B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509556-2DC9-CB5B-E688-0FF720130D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4E0406-4502-108E-B253-01133ECD19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324130-34CE-4660-851C-FF62A77A304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8471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A8422-436A-32DA-A933-7CB35778B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6073A1-0FB4-68C8-24F7-046E6542F9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B0BC17-10BE-4FB4-6F88-F0240C2981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</a:t>
            </a:r>
            <a:r>
              <a:rPr lang="en-US" dirty="0" err="1"/>
              <a:t>cuanto</a:t>
            </a:r>
            <a:r>
              <a:rPr lang="en-US" dirty="0"/>
              <a:t> a las </a:t>
            </a:r>
            <a:r>
              <a:rPr lang="en-US" dirty="0" err="1"/>
              <a:t>publicaciones</a:t>
            </a:r>
            <a:r>
              <a:rPr lang="en-US" dirty="0"/>
              <a:t> que </a:t>
            </a:r>
            <a:r>
              <a:rPr lang="en-US" dirty="0" err="1"/>
              <a:t>soportan</a:t>
            </a:r>
            <a:r>
              <a:rPr lang="en-US" dirty="0"/>
              <a:t> </a:t>
            </a:r>
            <a:r>
              <a:rPr lang="en-US" dirty="0" err="1"/>
              <a:t>esta</a:t>
            </a:r>
            <a:r>
              <a:rPr lang="en-US" dirty="0"/>
              <a:t> </a:t>
            </a:r>
            <a:r>
              <a:rPr lang="en-US" dirty="0" err="1"/>
              <a:t>tesis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280370-B9BC-5D29-A0EB-5C60CC3C30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324130-34CE-4660-851C-FF62A77A304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613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209D3-520E-B9F0-2225-32C99D8113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765F36-8DD1-4A2A-D5CD-32D7EAEAD2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ED153-39F3-2F89-40B1-591FF5063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F1CCB-2342-4D44-A185-963491ED10E4}" type="datetime1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4A64C-6A10-9143-C4AE-E08B0085E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FA989-C143-5BA9-73F8-10BBD8128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6E274-3D30-4D47-98D0-0581248BD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117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47895-2162-C699-10F9-37781A848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95627-149F-3B86-DE20-72F852ED1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355E19-53AC-337C-0BA5-6464A85CB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565D-D964-41A3-B5C5-1DD987A5662B}" type="datetime1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FBD43-23AA-E2A6-04F6-AE4DA3FA6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4AF348-7440-77AB-BE78-9BD89A989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6E274-3D30-4D47-98D0-0581248BD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638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78209-6EBB-86A6-6D56-12AB25807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A2501-3D45-5FAE-AF92-09E632AAB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A36C7-C6AA-7D9F-790D-77D8D28FC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694DE-844B-49E4-A9F6-192C642E3C44}" type="datetime1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33DFF-1003-D328-E454-4E0C1A7AF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5EE774-1298-990C-3DF0-EC6787B33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6E274-3D30-4D47-98D0-0581248BD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646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F5C46-3442-E15B-0884-D95C167EA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0C7EC-54C2-3891-1A28-16C6D81F58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305982-C6C9-6781-FC77-007EC8989B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368E0B-3940-DA17-33E0-4C90EDB85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505C3-93AC-4289-8C16-3810CA4B6E12}" type="datetime1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716C13-EA34-93B1-7265-A4E92BE0B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F34C9F-338E-3185-D67C-CE15D3713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6E274-3D30-4D47-98D0-0581248BD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937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8A8C0-10CB-830F-4F70-098C674D1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9DE116-C012-B0D8-D45B-D15418EB9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D3BEF9-CB67-8F70-AE1C-8ADA5F8D15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0440E4-DE97-B6A5-6E0C-58FFF9637F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03D644-422C-FB30-5F30-88557F1E47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57E978-26BC-B896-69D9-8F43A8CF4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81CA0-9BDC-4CB4-A6D3-4AAB74135C92}" type="datetime1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687803-CBDB-876E-6806-7FD55D5C7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368A0C-4CCA-1E13-E9FC-1776EEDAF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6E274-3D30-4D47-98D0-0581248BD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754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DB923-3A52-1079-6704-B1256745E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22F2C5-D8AD-5891-1F7E-1DE04D8A5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F45C1-E9E0-4DDA-872C-951DC06EC2CE}" type="datetime1">
              <a:rPr lang="en-US" smtClean="0"/>
              <a:t>7/21/2025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B935CF-93D0-559F-693D-F62F7DE2F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9E1643-D20E-CD06-8B92-C479FE83D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6E274-3D30-4D47-98D0-0581248BD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734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1DBB11-BBE6-5D54-406F-7B728B40D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69219-955E-44CA-88E6-DE13307D5E25}" type="datetime1">
              <a:rPr lang="en-US" smtClean="0"/>
              <a:t>7/21/2025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ADB437-0D0C-6C30-77B5-AC3872D6F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24B44-09AB-0AB7-4200-146983F8E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6E274-3D30-4D47-98D0-0581248BD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487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E54A7-AF0F-4C2A-0184-FD58B629D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C576F-B910-84FD-EF3E-70DBD63D9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68EFD-421F-E414-1F0E-AD77BBC89A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1051EB-4459-16DE-A060-955712796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21F0B-9E18-4974-BB7C-04DE2EB18BD5}" type="datetime1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A68DA9-7A92-C0DF-CD67-D7663476D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770DE4-072F-CCB1-4913-743C5FD58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6E274-3D30-4D47-98D0-0581248BD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825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BC881-A8F0-1872-6CB7-152FA8FBB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C4BB78-26EC-B414-AA96-852A15FB9D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931336-61D3-F82A-1C4B-C576FF15C4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74670-41FA-9D2E-59A4-549E0AF54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D6EB-AB3B-4EE5-9381-4534260E9446}" type="datetime1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9CB3EA-EEEE-2AFB-28B7-CC03E377F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4FB085-BCB1-EA9D-8203-9E7B4EE2A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6E274-3D30-4D47-98D0-0581248BD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028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1AB30-3140-7A9F-D55D-68BF97E35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EDC56D-285D-6DDF-717F-B5C836F684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E43A0-5379-E761-792F-E2B86F575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7C8F-2D4F-4220-BFA7-8B9099ACEDA7}" type="datetime1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C0442-B677-58DA-5DC1-ECC11B7D6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B7611-753E-5258-7E55-5439DAE19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6E274-3D30-4D47-98D0-0581248BD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380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652449-D8FD-35E6-14EE-80D6A5E987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D2D63B-0FB7-0DB9-744E-3E4DB8EDB8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767055-4162-C925-E785-D3C4CBA74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5257E-9BBD-4013-A17E-8629C6E5F0D8}" type="datetime1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82C1B-19AE-ECC5-9522-D3E9CA0F9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AC396-9A63-EB1A-96F3-4BAD19053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6E274-3D30-4D47-98D0-0581248BD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171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C5F2BC-08DF-862B-5ACD-84358BA1F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25E2EC-A3FA-8061-BFED-B86232C5D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F93F7-F9A5-309A-93C0-2B039C5B6D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10837C-F625-4471-9725-334D39CC60F9}" type="datetime1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BB8D0-F9AB-80CB-6492-B51A8FFB8F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1E2C43-2C9E-24CF-FA42-534180CB03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06E274-3D30-4D47-98D0-0581248BD0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406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13" Type="http://schemas.openxmlformats.org/officeDocument/2006/relationships/image" Target="../media/image11.svg"/><Relationship Id="rId3" Type="http://schemas.openxmlformats.org/officeDocument/2006/relationships/notesSlide" Target="../notesSlides/notesSlide3.xml"/><Relationship Id="rId7" Type="http://schemas.openxmlformats.org/officeDocument/2006/relationships/diagramQuickStyle" Target="../diagrams/quickStyle1.xml"/><Relationship Id="rId12" Type="http://schemas.openxmlformats.org/officeDocument/2006/relationships/image" Target="../media/image10.png"/><Relationship Id="rId17" Type="http://schemas.openxmlformats.org/officeDocument/2006/relationships/image" Target="../media/image15.sv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.png"/><Relationship Id="rId1" Type="http://schemas.openxmlformats.org/officeDocument/2006/relationships/tags" Target="../tags/tag2.xml"/><Relationship Id="rId6" Type="http://schemas.openxmlformats.org/officeDocument/2006/relationships/diagramLayout" Target="../diagrams/layout1.xml"/><Relationship Id="rId11" Type="http://schemas.openxmlformats.org/officeDocument/2006/relationships/image" Target="../media/image9.svg"/><Relationship Id="rId5" Type="http://schemas.openxmlformats.org/officeDocument/2006/relationships/diagramData" Target="../diagrams/data1.xml"/><Relationship Id="rId15" Type="http://schemas.openxmlformats.org/officeDocument/2006/relationships/image" Target="../media/image13.svg"/><Relationship Id="rId10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microsoft.com/office/2007/relationships/diagramDrawing" Target="../diagrams/drawing1.xml"/><Relationship Id="rId1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13" Type="http://schemas.openxmlformats.org/officeDocument/2006/relationships/image" Target="../media/image20.png"/><Relationship Id="rId3" Type="http://schemas.openxmlformats.org/officeDocument/2006/relationships/notesSlide" Target="../notesSlides/notesSlide4.xml"/><Relationship Id="rId7" Type="http://schemas.openxmlformats.org/officeDocument/2006/relationships/diagramColors" Target="../diagrams/colors2.xml"/><Relationship Id="rId12" Type="http://schemas.openxmlformats.org/officeDocument/2006/relationships/image" Target="../media/image19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6" Type="http://schemas.openxmlformats.org/officeDocument/2006/relationships/diagramQuickStyle" Target="../diagrams/quickStyle2.xml"/><Relationship Id="rId11" Type="http://schemas.openxmlformats.org/officeDocument/2006/relationships/image" Target="../media/image18.png"/><Relationship Id="rId5" Type="http://schemas.openxmlformats.org/officeDocument/2006/relationships/diagramLayout" Target="../diagrams/layout2.xml"/><Relationship Id="rId10" Type="http://schemas.openxmlformats.org/officeDocument/2006/relationships/image" Target="../media/image17.svg"/><Relationship Id="rId4" Type="http://schemas.openxmlformats.org/officeDocument/2006/relationships/diagramData" Target="../diagrams/data2.xml"/><Relationship Id="rId9" Type="http://schemas.openxmlformats.org/officeDocument/2006/relationships/image" Target="../media/image16.png"/><Relationship Id="rId14" Type="http://schemas.openxmlformats.org/officeDocument/2006/relationships/image" Target="../media/image21.sv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notesSlide" Target="../notesSlides/notesSlide5.xml"/><Relationship Id="rId7" Type="http://schemas.openxmlformats.org/officeDocument/2006/relationships/diagramColors" Target="../diagrams/colors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notesSlide" Target="../notesSlides/notesSlide6.xml"/><Relationship Id="rId7" Type="http://schemas.openxmlformats.org/officeDocument/2006/relationships/diagramColors" Target="../diagrams/colors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Relationship Id="rId9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13" Type="http://schemas.openxmlformats.org/officeDocument/2006/relationships/diagramData" Target="../diagrams/data5.xml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17" Type="http://schemas.microsoft.com/office/2007/relationships/diagramDrawing" Target="../diagrams/drawing5.xml"/><Relationship Id="rId2" Type="http://schemas.openxmlformats.org/officeDocument/2006/relationships/slideLayout" Target="../slideLayouts/slideLayout7.xml"/><Relationship Id="rId16" Type="http://schemas.openxmlformats.org/officeDocument/2006/relationships/diagramColors" Target="../diagrams/colors5.xml"/><Relationship Id="rId1" Type="http://schemas.openxmlformats.org/officeDocument/2006/relationships/tags" Target="../tags/tag6.xml"/><Relationship Id="rId6" Type="http://schemas.openxmlformats.org/officeDocument/2006/relationships/image" Target="../media/image25.sv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diagramQuickStyle" Target="../diagrams/quickStyle5.xml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13" Type="http://schemas.openxmlformats.org/officeDocument/2006/relationships/image" Target="../media/image34.png"/><Relationship Id="rId3" Type="http://schemas.openxmlformats.org/officeDocument/2006/relationships/notesSlide" Target="../notesSlides/notesSlide8.xml"/><Relationship Id="rId7" Type="http://schemas.openxmlformats.org/officeDocument/2006/relationships/diagramColors" Target="../diagrams/colors6.xml"/><Relationship Id="rId12" Type="http://schemas.openxmlformats.org/officeDocument/2006/relationships/image" Target="../media/image3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6" Type="http://schemas.openxmlformats.org/officeDocument/2006/relationships/diagramQuickStyle" Target="../diagrams/quickStyle6.xml"/><Relationship Id="rId11" Type="http://schemas.openxmlformats.org/officeDocument/2006/relationships/image" Target="../media/image32.png"/><Relationship Id="rId5" Type="http://schemas.openxmlformats.org/officeDocument/2006/relationships/diagramLayout" Target="../diagrams/layout6.xml"/><Relationship Id="rId10" Type="http://schemas.openxmlformats.org/officeDocument/2006/relationships/image" Target="../media/image27.svg"/><Relationship Id="rId4" Type="http://schemas.openxmlformats.org/officeDocument/2006/relationships/diagramData" Target="../diagrams/data6.xml"/><Relationship Id="rId9" Type="http://schemas.openxmlformats.org/officeDocument/2006/relationships/image" Target="../media/image26.png"/><Relationship Id="rId14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13" Type="http://schemas.openxmlformats.org/officeDocument/2006/relationships/image" Target="../media/image34.png"/><Relationship Id="rId3" Type="http://schemas.openxmlformats.org/officeDocument/2006/relationships/notesSlide" Target="../notesSlides/notesSlide9.xml"/><Relationship Id="rId7" Type="http://schemas.openxmlformats.org/officeDocument/2006/relationships/diagramColors" Target="../diagrams/colors7.xml"/><Relationship Id="rId12" Type="http://schemas.openxmlformats.org/officeDocument/2006/relationships/image" Target="../media/image3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6" Type="http://schemas.openxmlformats.org/officeDocument/2006/relationships/diagramQuickStyle" Target="../diagrams/quickStyle7.xml"/><Relationship Id="rId11" Type="http://schemas.openxmlformats.org/officeDocument/2006/relationships/image" Target="../media/image32.png"/><Relationship Id="rId5" Type="http://schemas.openxmlformats.org/officeDocument/2006/relationships/diagramLayout" Target="../diagrams/layout7.xml"/><Relationship Id="rId15" Type="http://schemas.openxmlformats.org/officeDocument/2006/relationships/image" Target="../media/image37.png"/><Relationship Id="rId10" Type="http://schemas.openxmlformats.org/officeDocument/2006/relationships/image" Target="../media/image27.svg"/><Relationship Id="rId4" Type="http://schemas.openxmlformats.org/officeDocument/2006/relationships/diagramData" Target="../diagrams/data7.xml"/><Relationship Id="rId9" Type="http://schemas.openxmlformats.org/officeDocument/2006/relationships/image" Target="../media/image26.png"/><Relationship Id="rId1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8.xml"/><Relationship Id="rId3" Type="http://schemas.openxmlformats.org/officeDocument/2006/relationships/notesSlide" Target="../notesSlides/notesSlide10.xml"/><Relationship Id="rId7" Type="http://schemas.openxmlformats.org/officeDocument/2006/relationships/diagramColors" Target="../diagrams/colors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Relationship Id="rId6" Type="http://schemas.openxmlformats.org/officeDocument/2006/relationships/diagramQuickStyle" Target="../diagrams/quickStyle8.xml"/><Relationship Id="rId5" Type="http://schemas.openxmlformats.org/officeDocument/2006/relationships/diagramLayout" Target="../diagrams/layout8.xml"/><Relationship Id="rId10" Type="http://schemas.openxmlformats.org/officeDocument/2006/relationships/image" Target="../media/image39.svg"/><Relationship Id="rId4" Type="http://schemas.openxmlformats.org/officeDocument/2006/relationships/diagramData" Target="../diagrams/data8.xml"/><Relationship Id="rId9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9.xml"/><Relationship Id="rId3" Type="http://schemas.openxmlformats.org/officeDocument/2006/relationships/notesSlide" Target="../notesSlides/notesSlide11.xml"/><Relationship Id="rId7" Type="http://schemas.openxmlformats.org/officeDocument/2006/relationships/diagramQuickStyle" Target="../diagrams/quickStyle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Relationship Id="rId6" Type="http://schemas.openxmlformats.org/officeDocument/2006/relationships/diagramLayout" Target="../diagrams/layout9.xml"/><Relationship Id="rId5" Type="http://schemas.openxmlformats.org/officeDocument/2006/relationships/diagramData" Target="../diagrams/data9.xml"/><Relationship Id="rId4" Type="http://schemas.openxmlformats.org/officeDocument/2006/relationships/image" Target="../media/image7.png"/><Relationship Id="rId9" Type="http://schemas.microsoft.com/office/2007/relationships/diagramDrawing" Target="../diagrams/drawing9.xml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0.xml"/><Relationship Id="rId3" Type="http://schemas.openxmlformats.org/officeDocument/2006/relationships/notesSlide" Target="../notesSlides/notesSlide12.xml"/><Relationship Id="rId7" Type="http://schemas.openxmlformats.org/officeDocument/2006/relationships/diagramColors" Target="../diagrams/colors1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Relationship Id="rId6" Type="http://schemas.openxmlformats.org/officeDocument/2006/relationships/diagramQuickStyle" Target="../diagrams/quickStyle10.xml"/><Relationship Id="rId11" Type="http://schemas.openxmlformats.org/officeDocument/2006/relationships/image" Target="../media/image42.png"/><Relationship Id="rId5" Type="http://schemas.openxmlformats.org/officeDocument/2006/relationships/diagramLayout" Target="../diagrams/layout10.xml"/><Relationship Id="rId10" Type="http://schemas.openxmlformats.org/officeDocument/2006/relationships/image" Target="../media/image41.svg"/><Relationship Id="rId4" Type="http://schemas.openxmlformats.org/officeDocument/2006/relationships/diagramData" Target="../diagrams/data10.xml"/><Relationship Id="rId9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1.xml"/><Relationship Id="rId3" Type="http://schemas.openxmlformats.org/officeDocument/2006/relationships/notesSlide" Target="../notesSlides/notesSlide13.xml"/><Relationship Id="rId7" Type="http://schemas.openxmlformats.org/officeDocument/2006/relationships/diagramColors" Target="../diagrams/colors1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Relationship Id="rId6" Type="http://schemas.openxmlformats.org/officeDocument/2006/relationships/diagramQuickStyle" Target="../diagrams/quickStyle11.xml"/><Relationship Id="rId5" Type="http://schemas.openxmlformats.org/officeDocument/2006/relationships/diagramLayout" Target="../diagrams/layout11.xml"/><Relationship Id="rId4" Type="http://schemas.openxmlformats.org/officeDocument/2006/relationships/diagramData" Target="../diagrams/data11.xml"/><Relationship Id="rId9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2.xml"/><Relationship Id="rId3" Type="http://schemas.openxmlformats.org/officeDocument/2006/relationships/notesSlide" Target="../notesSlides/notesSlide14.xml"/><Relationship Id="rId7" Type="http://schemas.openxmlformats.org/officeDocument/2006/relationships/diagramColors" Target="../diagrams/colors1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.xml"/><Relationship Id="rId6" Type="http://schemas.openxmlformats.org/officeDocument/2006/relationships/diagramQuickStyle" Target="../diagrams/quickStyle12.xml"/><Relationship Id="rId5" Type="http://schemas.openxmlformats.org/officeDocument/2006/relationships/diagramLayout" Target="../diagrams/layout12.xml"/><Relationship Id="rId4" Type="http://schemas.openxmlformats.org/officeDocument/2006/relationships/diagramData" Target="../diagrams/data1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3.xml"/><Relationship Id="rId3" Type="http://schemas.openxmlformats.org/officeDocument/2006/relationships/notesSlide" Target="../notesSlides/notesSlide15.xml"/><Relationship Id="rId7" Type="http://schemas.openxmlformats.org/officeDocument/2006/relationships/hyperlink" Target="https://doi.org/10.1007/978-3-031-74127-2_21" TargetMode="External"/><Relationship Id="rId12" Type="http://schemas.microsoft.com/office/2007/relationships/diagramDrawing" Target="../diagrams/drawing1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.xml"/><Relationship Id="rId6" Type="http://schemas.openxmlformats.org/officeDocument/2006/relationships/hyperlink" Target="https://doi.org/10.1109/NMITCON58196.2023.10276028" TargetMode="External"/><Relationship Id="rId11" Type="http://schemas.openxmlformats.org/officeDocument/2006/relationships/diagramColors" Target="../diagrams/colors13.xml"/><Relationship Id="rId5" Type="http://schemas.openxmlformats.org/officeDocument/2006/relationships/hyperlink" Target="https://doi.org/10.48550/arXiv.2504.20099" TargetMode="External"/><Relationship Id="rId10" Type="http://schemas.openxmlformats.org/officeDocument/2006/relationships/diagramQuickStyle" Target="../diagrams/quickStyle13.xml"/><Relationship Id="rId4" Type="http://schemas.openxmlformats.org/officeDocument/2006/relationships/hyperlink" Target="https://doi.org/10.1007/s12559-024-10394-x9" TargetMode="External"/><Relationship Id="rId9" Type="http://schemas.openxmlformats.org/officeDocument/2006/relationships/diagramLayout" Target="../diagrams/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0369CEE-1B05-CF87-8FF0-F891BAB0C3D2}"/>
              </a:ext>
            </a:extLst>
          </p:cNvPr>
          <p:cNvSpPr/>
          <p:nvPr/>
        </p:nvSpPr>
        <p:spPr>
          <a:xfrm>
            <a:off x="-5334069" y="5645387"/>
            <a:ext cx="10753725" cy="3901518"/>
          </a:xfrm>
          <a:prstGeom prst="roundRect">
            <a:avLst>
              <a:gd name="adj" fmla="val 5714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3EA488D-129F-89E2-F2F7-BAEAD01C5706}"/>
              </a:ext>
            </a:extLst>
          </p:cNvPr>
          <p:cNvGrpSpPr/>
          <p:nvPr/>
        </p:nvGrpSpPr>
        <p:grpSpPr>
          <a:xfrm>
            <a:off x="3047999" y="-1869796"/>
            <a:ext cx="6096000" cy="4695825"/>
            <a:chOff x="3047999" y="-1085849"/>
            <a:chExt cx="6096000" cy="4695825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D019A1F6-AE0C-FCA3-D620-20666B869411}"/>
                </a:ext>
              </a:extLst>
            </p:cNvPr>
            <p:cNvSpPr/>
            <p:nvPr/>
          </p:nvSpPr>
          <p:spPr>
            <a:xfrm>
              <a:off x="3757612" y="-1085849"/>
              <a:ext cx="4600575" cy="4695825"/>
            </a:xfrm>
            <a:prstGeom prst="roundRect">
              <a:avLst>
                <a:gd name="adj" fmla="val 5714"/>
              </a:avLst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12ED6B4-24C7-E936-CC1E-339B709299E6}"/>
                </a:ext>
              </a:extLst>
            </p:cNvPr>
            <p:cNvSpPr txBox="1"/>
            <p:nvPr/>
          </p:nvSpPr>
          <p:spPr>
            <a:xfrm>
              <a:off x="3047999" y="3223182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noProof="0" dirty="0"/>
                <a:t>María Inmaculada Santamaría Valenzuela</a:t>
              </a:r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F81E56F-5DC5-F8B4-763D-46AA57868516}"/>
              </a:ext>
            </a:extLst>
          </p:cNvPr>
          <p:cNvSpPr/>
          <p:nvPr/>
        </p:nvSpPr>
        <p:spPr>
          <a:xfrm>
            <a:off x="719137" y="-1472642"/>
            <a:ext cx="10753725" cy="3901518"/>
          </a:xfrm>
          <a:prstGeom prst="roundRect">
            <a:avLst>
              <a:gd name="adj" fmla="val 5714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F2E5C2-68E3-2154-3959-396CC620C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6E274-3D30-4D47-98D0-0581248BD0B1}" type="slidenum">
              <a:rPr lang="en-US" smtClean="0"/>
              <a:t>1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C800EBE-2223-63B3-4BDC-CA068BE3155A}"/>
              </a:ext>
            </a:extLst>
          </p:cNvPr>
          <p:cNvSpPr txBox="1">
            <a:spLocks/>
          </p:cNvSpPr>
          <p:nvPr/>
        </p:nvSpPr>
        <p:spPr>
          <a:xfrm>
            <a:off x="757236" y="327458"/>
            <a:ext cx="10677526" cy="210141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000" dirty="0">
                <a:ea typeface="ADLaM Display" panose="020F0502020204030204" pitchFamily="2" charset="0"/>
                <a:cs typeface="ADLaM Display" panose="020F0502020204030204" pitchFamily="2" charset="0"/>
              </a:rPr>
              <a:t>Large scale Time Series Visual Analytics combining </a:t>
            </a:r>
          </a:p>
          <a:p>
            <a:pPr algn="ctr"/>
            <a:r>
              <a:rPr lang="en-US" sz="5000" dirty="0">
                <a:ea typeface="ADLaM Display" panose="020F0502020204030204" pitchFamily="2" charset="0"/>
                <a:cs typeface="ADLaM Display" panose="020F0502020204030204" pitchFamily="2" charset="0"/>
              </a:rPr>
              <a:t>Data Mining and Deep Learning</a:t>
            </a:r>
            <a:endParaRPr lang="es-ES" sz="5000" dirty="0"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76D3AD2-AEF5-38A4-4B06-A691B807A056}"/>
              </a:ext>
            </a:extLst>
          </p:cNvPr>
          <p:cNvSpPr/>
          <p:nvPr/>
        </p:nvSpPr>
        <p:spPr>
          <a:xfrm>
            <a:off x="9626600" y="5280701"/>
            <a:ext cx="1727200" cy="3154598"/>
          </a:xfrm>
          <a:prstGeom prst="roundRect">
            <a:avLst>
              <a:gd name="adj" fmla="val 5714"/>
            </a:avLst>
          </a:prstGeom>
          <a:solidFill>
            <a:srgbClr val="D4D3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200">
                <a:solidFill>
                  <a:schemeClr val="tx1"/>
                </a:solidFill>
                <a:latin typeface="+mj-lt"/>
              </a:rPr>
              <a:t>Directores</a:t>
            </a:r>
          </a:p>
          <a:p>
            <a:pPr algn="ctr"/>
            <a:endParaRPr lang="es-ES"/>
          </a:p>
          <a:p>
            <a:pPr algn="ctr"/>
            <a:endParaRPr lang="es-ES"/>
          </a:p>
          <a:p>
            <a:pPr algn="ctr"/>
            <a:endParaRPr lang="es-ES"/>
          </a:p>
          <a:p>
            <a:pPr algn="ctr"/>
            <a:endParaRPr lang="es-ES"/>
          </a:p>
          <a:p>
            <a:pPr algn="ctr"/>
            <a:endParaRPr lang="es-ES"/>
          </a:p>
          <a:p>
            <a:pPr algn="ctr"/>
            <a:endParaRPr lang="es-ES"/>
          </a:p>
          <a:p>
            <a:pPr algn="ctr"/>
            <a:endParaRPr lang="es-ES"/>
          </a:p>
          <a:p>
            <a:pPr algn="ctr"/>
            <a:endParaRPr lang="es-ES"/>
          </a:p>
          <a:p>
            <a:pPr algn="ctr"/>
            <a:endParaRPr lang="es-ES"/>
          </a:p>
          <a:p>
            <a:pPr algn="ctr"/>
            <a:endParaRPr lang="es-E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17BA781-8F39-B097-B088-7145239BD829}"/>
              </a:ext>
            </a:extLst>
          </p:cNvPr>
          <p:cNvSpPr/>
          <p:nvPr/>
        </p:nvSpPr>
        <p:spPr>
          <a:xfrm>
            <a:off x="8610600" y="5645387"/>
            <a:ext cx="10753725" cy="3901518"/>
          </a:xfrm>
          <a:prstGeom prst="roundRect">
            <a:avLst>
              <a:gd name="adj" fmla="val 5714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19328E-1936-62A5-ECA7-498D9F63946E}"/>
              </a:ext>
            </a:extLst>
          </p:cNvPr>
          <p:cNvSpPr txBox="1"/>
          <p:nvPr/>
        </p:nvSpPr>
        <p:spPr>
          <a:xfrm>
            <a:off x="7442200" y="589258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/>
              <a:t>David Camacho Fernández</a:t>
            </a:r>
            <a:endParaRPr lang="en-US"/>
          </a:p>
          <a:p>
            <a:pPr algn="ctr"/>
            <a:r>
              <a:rPr lang="es-ES"/>
              <a:t>Víctor Rodríguez Fernández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5C20371-D01C-73E0-30BF-1BA563C83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781" y="5956979"/>
            <a:ext cx="1562513" cy="43365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E671AED-DB5D-08BF-B3F5-B90856FAD97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25344" y="5956980"/>
            <a:ext cx="1071768" cy="43365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5AAFEB2-2C2E-ABCD-95E0-79C4DF238106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712346" y="5956979"/>
            <a:ext cx="1002514" cy="433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972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412"/>
    </mc:Choice>
    <mc:Fallback xmlns="">
      <p:transition spd="slow" advTm="21412"/>
    </mc:Fallback>
  </mc:AlternateContent>
  <p:extLst>
    <p:ext uri="{3A86A75C-4F4B-4683-9AE1-C65F6400EC91}">
      <p14:laserTraceLst xmlns:p14="http://schemas.microsoft.com/office/powerpoint/2010/main">
        <p14:tracePtLst>
          <p14:tracePt t="15300" x="4092575" y="6738938"/>
          <p14:tracePt t="15309" x="4117975" y="6662738"/>
          <p14:tracePt t="15326" x="4168775" y="6551613"/>
          <p14:tracePt t="15343" x="4203700" y="6432550"/>
          <p14:tracePt t="15360" x="4229100" y="6381750"/>
          <p14:tracePt t="15377" x="4244975" y="6330950"/>
          <p14:tracePt t="15393" x="4270375" y="6280150"/>
          <p14:tracePt t="15410" x="4295775" y="6219825"/>
          <p14:tracePt t="15427" x="4338638" y="6151563"/>
          <p14:tracePt t="15443" x="4381500" y="6092825"/>
          <p14:tracePt t="15460" x="4416425" y="6024563"/>
          <p14:tracePt t="15476" x="4449763" y="5964238"/>
          <p14:tracePt t="15493" x="4492625" y="5905500"/>
          <p14:tracePt t="15509" x="4551363" y="5819775"/>
          <p14:tracePt t="15526" x="4594225" y="5743575"/>
          <p14:tracePt t="15543" x="4670425" y="5641975"/>
          <p14:tracePt t="15559" x="4730750" y="5556250"/>
          <p14:tracePt t="15576" x="4773613" y="5495925"/>
          <p14:tracePt t="15592" x="4814888" y="5454650"/>
          <p14:tracePt t="15609" x="4883150" y="5376863"/>
          <p14:tracePt t="15626" x="5062538" y="5216525"/>
          <p14:tracePt t="15643" x="5214938" y="5113338"/>
          <p14:tracePt t="15660" x="5318125" y="5045075"/>
          <p14:tracePt t="15676" x="5607050" y="4943475"/>
          <p14:tracePt t="15694" x="5784850" y="4892675"/>
          <p14:tracePt t="15709" x="6049963" y="4867275"/>
          <p14:tracePt t="15726" x="6159500" y="4867275"/>
          <p14:tracePt t="15743" x="6194425" y="4867275"/>
          <p14:tracePt t="15759" x="6210300" y="4867275"/>
          <p14:tracePt t="15784" x="6219825" y="4867275"/>
          <p14:tracePt t="15792" x="6219825" y="4875213"/>
          <p14:tracePt t="15809" x="6227763" y="4884738"/>
          <p14:tracePt t="15841" x="6227763" y="4892675"/>
          <p14:tracePt t="15873" x="6227763" y="4900613"/>
          <p14:tracePt t="15885" x="6235700" y="4910138"/>
          <p14:tracePt t="15917" x="6245225" y="4910138"/>
          <p14:tracePt t="15924" x="6253163" y="4918075"/>
          <p14:tracePt t="15932" x="6253163" y="4926013"/>
          <p14:tracePt t="15942" x="6262688" y="4926013"/>
          <p14:tracePt t="15959" x="6270625" y="4943475"/>
          <p14:tracePt t="15976" x="6288088" y="4960938"/>
          <p14:tracePt t="15993" x="6303963" y="4976813"/>
          <p14:tracePt t="16010" x="6346825" y="4986338"/>
          <p14:tracePt t="16026" x="6381750" y="5029200"/>
          <p14:tracePt t="16043" x="6354763" y="5070475"/>
          <p14:tracePt t="16427" x="6354763" y="5080000"/>
          <p14:tracePt t="16437" x="6354763" y="5087938"/>
          <p14:tracePt t="16444" x="6354763" y="5097463"/>
          <p14:tracePt t="16461" x="6364288" y="5097463"/>
          <p14:tracePt t="16476" x="6423025" y="5113338"/>
          <p14:tracePt t="16493" x="6448425" y="5113338"/>
          <p14:tracePt t="16509" x="6473825" y="5122863"/>
          <p14:tracePt t="16526" x="6500813" y="5122863"/>
          <p14:tracePt t="16542" x="6508750" y="5122863"/>
          <p14:tracePt t="16559" x="6516688" y="5122863"/>
          <p14:tracePt t="16576" x="6534150" y="5122863"/>
          <p14:tracePt t="16593" x="6577013" y="5122863"/>
          <p14:tracePt t="16609" x="6678613" y="5148263"/>
          <p14:tracePt t="16626" x="6797675" y="5148263"/>
          <p14:tracePt t="16642" x="6967538" y="5173663"/>
          <p14:tracePt t="16659" x="7164388" y="5216525"/>
          <p14:tracePt t="16676" x="7273925" y="5232400"/>
          <p14:tracePt t="16693" x="7334250" y="5241925"/>
          <p14:tracePt t="16710" x="7359650" y="5257800"/>
          <p14:tracePt t="16726" x="7377113" y="5275263"/>
          <p14:tracePt t="16743" x="7402513" y="5300663"/>
          <p14:tracePt t="16759" x="7418388" y="5310188"/>
          <p14:tracePt t="16776" x="7435850" y="5335588"/>
          <p14:tracePt t="16792" x="7496175" y="5368925"/>
          <p14:tracePt t="16809" x="7666038" y="5462588"/>
          <p14:tracePt t="16826" x="8243888" y="5735638"/>
          <p14:tracePt t="16843" x="8474075" y="5827713"/>
          <p14:tracePt t="16859" x="8516938" y="5845175"/>
          <p14:tracePt t="16876" x="8593138" y="5888038"/>
          <p14:tracePt t="16877" x="8601075" y="5905500"/>
          <p14:tracePt t="16893" x="8610600" y="5913438"/>
          <p14:tracePt t="16910" x="8686800" y="5930900"/>
          <p14:tracePt t="16926" x="8720138" y="5948363"/>
          <p14:tracePt t="16943" x="8737600" y="5948363"/>
          <p14:tracePt t="17048" x="8745538" y="5948363"/>
          <p14:tracePt t="17053" x="8772525" y="5948363"/>
          <p14:tracePt t="17060" x="8823325" y="5938838"/>
          <p14:tracePt t="17076" x="8899525" y="5938838"/>
          <p14:tracePt t="17093" x="8985250" y="5989638"/>
          <p14:tracePt t="17109" x="8993188" y="5999163"/>
          <p14:tracePt t="17127" x="9001125" y="6007100"/>
          <p14:tracePt t="17620" x="9001125" y="6015038"/>
          <p14:tracePt t="17627" x="8975725" y="6040438"/>
          <p14:tracePt t="17634" x="8950325" y="6057900"/>
          <p14:tracePt t="17642" x="8932863" y="6067425"/>
          <p14:tracePt t="17660" x="8891588" y="6083300"/>
          <p14:tracePt t="17677" x="8874125" y="6092825"/>
          <p14:tracePt t="17694" x="8864600" y="6092825"/>
          <p14:tracePt t="17995" x="8864600" y="6100763"/>
          <p14:tracePt t="18000" x="8864600" y="6134100"/>
          <p14:tracePt t="18009" x="8856663" y="6176963"/>
          <p14:tracePt t="18026" x="8839200" y="6270625"/>
          <p14:tracePt t="18043" x="8831263" y="6338888"/>
          <p14:tracePt t="18060" x="8831263" y="6381750"/>
          <p14:tracePt t="18831" x="8831263" y="6389688"/>
          <p14:tracePt t="19907" x="8839200" y="6389688"/>
          <p14:tracePt t="19919" x="8848725" y="6389688"/>
          <p14:tracePt t="19944" x="8856663" y="6389688"/>
          <p14:tracePt t="19993" x="8864600" y="6399213"/>
          <p14:tracePt t="20001" x="8874125" y="6399213"/>
          <p14:tracePt t="20009" x="8882063" y="6407150"/>
          <p14:tracePt t="20026" x="8891588" y="6415088"/>
          <p14:tracePt t="20043" x="8891588" y="6424613"/>
          <p14:tracePt t="20115" x="8899525" y="6424613"/>
          <p14:tracePt t="20123" x="8899525" y="6415088"/>
          <p14:tracePt t="20130" x="8899525" y="6399213"/>
          <p14:tracePt t="20142" x="8899525" y="6389688"/>
          <p14:tracePt t="20159" x="8899525" y="6372225"/>
          <p14:tracePt t="20263" x="8899525" y="6364288"/>
          <p14:tracePt t="20271" x="8899525" y="6356350"/>
          <p14:tracePt t="20278" x="8899525" y="6346825"/>
          <p14:tracePt t="20293" x="8891588" y="6338888"/>
          <p14:tracePt t="20310" x="8882063" y="6338888"/>
        </p14:tracePtLst>
      </p14:laserTrace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090D79-9492-BDAF-993D-0A89D72AA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DB755D1F-2C7F-D96D-354F-ED78042B5749}"/>
              </a:ext>
            </a:extLst>
          </p:cNvPr>
          <p:cNvSpPr/>
          <p:nvPr/>
        </p:nvSpPr>
        <p:spPr>
          <a:xfrm>
            <a:off x="-512702" y="1197520"/>
            <a:ext cx="13189209" cy="5946229"/>
          </a:xfrm>
          <a:prstGeom prst="roundRect">
            <a:avLst>
              <a:gd name="adj" fmla="val 5714"/>
            </a:avLst>
          </a:prstGeom>
          <a:solidFill>
            <a:srgbClr val="F5F8F9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00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0752681-44F0-066C-A2A8-9DA262C389FC}"/>
              </a:ext>
            </a:extLst>
          </p:cNvPr>
          <p:cNvSpPr/>
          <p:nvPr/>
        </p:nvSpPr>
        <p:spPr>
          <a:xfrm>
            <a:off x="719137" y="-2846398"/>
            <a:ext cx="10753725" cy="3843728"/>
          </a:xfrm>
          <a:prstGeom prst="roundRect">
            <a:avLst>
              <a:gd name="adj" fmla="val 571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s-ES" sz="2800" b="1" dirty="0" err="1">
                <a:solidFill>
                  <a:schemeClr val="tx1"/>
                </a:solidFill>
                <a:latin typeface="+mj-lt"/>
              </a:rPr>
              <a:t>Bussiness</a:t>
            </a:r>
            <a:r>
              <a:rPr lang="es-ES" sz="2800" b="1" dirty="0">
                <a:solidFill>
                  <a:schemeClr val="tx1"/>
                </a:solidFill>
                <a:latin typeface="+mj-lt"/>
              </a:rPr>
              <a:t> </a:t>
            </a:r>
            <a:r>
              <a:rPr lang="es-ES" sz="2800" b="1" dirty="0" err="1">
                <a:solidFill>
                  <a:schemeClr val="tx1"/>
                </a:solidFill>
                <a:latin typeface="+mj-lt"/>
              </a:rPr>
              <a:t>card</a:t>
            </a:r>
            <a:endParaRPr lang="es-ES" sz="28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C6FF71-B5E2-FE81-534F-A3F3FCBFC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6E274-3D30-4D47-98D0-0581248BD0B1}" type="slidenum">
              <a:rPr lang="es-ES" noProof="0" smtClean="0"/>
              <a:t>2</a:t>
            </a:fld>
            <a:endParaRPr lang="es-ES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08B9DF-6EF8-AF2A-7B53-96EC6A521588}"/>
              </a:ext>
            </a:extLst>
          </p:cNvPr>
          <p:cNvSpPr txBox="1"/>
          <p:nvPr/>
        </p:nvSpPr>
        <p:spPr>
          <a:xfrm>
            <a:off x="1158502" y="5894685"/>
            <a:ext cx="98749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dirty="0"/>
              <a:t>https://github.com/misantamaria/thesis/raw/refs/heads/main/bussiness_card.pdf</a:t>
            </a:r>
          </a:p>
        </p:txBody>
      </p:sp>
      <p:pic>
        <p:nvPicPr>
          <p:cNvPr id="72" name="Picture 71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8FD00D58-EC5A-859D-6356-9A6A9484B7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137" y="2192401"/>
            <a:ext cx="2714286" cy="27142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B10D876-18E9-BC4B-434E-35C37BA513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3277" y="1404593"/>
            <a:ext cx="7629585" cy="4289902"/>
          </a:xfrm>
          <a:prstGeom prst="rect">
            <a:avLst/>
          </a:prstGeom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6096A8A4-B54A-B4D2-2938-08FF1ADB40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137" y="2188790"/>
            <a:ext cx="2714625" cy="2714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84019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786"/>
    </mc:Choice>
    <mc:Fallback xmlns="">
      <p:transition spd="slow" advTm="2378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extLst>
    <p:ext uri="{3A86A75C-4F4B-4683-9AE1-C65F6400EC91}">
      <p14:laserTraceLst xmlns:p14="http://schemas.microsoft.com/office/powerpoint/2010/main">
        <p14:tracePtLst>
          <p14:tracePt t="4337" x="8882063" y="6321425"/>
          <p14:tracePt t="4345" x="8882063" y="6313488"/>
          <p14:tracePt t="4352" x="8882063" y="6305550"/>
          <p14:tracePt t="4574" x="8882063" y="6296025"/>
          <p14:tracePt t="4597" x="8891588" y="6296025"/>
          <p14:tracePt t="5454" x="8874125" y="6288088"/>
          <p14:tracePt t="5461" x="8848725" y="6280150"/>
          <p14:tracePt t="5468" x="8823325" y="6262688"/>
          <p14:tracePt t="5481" x="8788400" y="6253163"/>
          <p14:tracePt t="5496" x="8737600" y="6245225"/>
          <p14:tracePt t="5513" x="8626475" y="6237288"/>
          <p14:tracePt t="5530" x="8559800" y="6219825"/>
          <p14:tracePt t="5547" x="8516938" y="6219825"/>
          <p14:tracePt t="5563" x="8474075" y="6211888"/>
          <p14:tracePt t="5580" x="8456613" y="6211888"/>
          <p14:tracePt t="5581" x="8440738" y="6211888"/>
          <p14:tracePt t="5597" x="8372475" y="6202363"/>
          <p14:tracePt t="5613" x="8269288" y="6194425"/>
          <p14:tracePt t="5630" x="8167688" y="6159500"/>
          <p14:tracePt t="5647" x="7988300" y="6108700"/>
          <p14:tracePt t="5663" x="7843838" y="6040438"/>
          <p14:tracePt t="5680" x="7724775" y="5999163"/>
          <p14:tracePt t="5696" x="7546975" y="5948363"/>
          <p14:tracePt t="5713" x="7443788" y="5930900"/>
          <p14:tracePt t="5730" x="7299325" y="5913438"/>
          <p14:tracePt t="5746" x="7215188" y="5880100"/>
          <p14:tracePt t="5763" x="7121525" y="5880100"/>
          <p14:tracePt t="5780" x="6985000" y="5854700"/>
          <p14:tracePt t="5797" x="6807200" y="5802313"/>
          <p14:tracePt t="5813" x="6526213" y="5708650"/>
          <p14:tracePt t="5830" x="6346825" y="5657850"/>
          <p14:tracePt t="5846" x="6022975" y="5522913"/>
          <p14:tracePt t="5863" x="5743575" y="5437188"/>
          <p14:tracePt t="5880" x="5564188" y="5376863"/>
          <p14:tracePt t="5896" x="5318125" y="5310188"/>
          <p14:tracePt t="5913" x="5189538" y="5257800"/>
          <p14:tracePt t="5930" x="5130800" y="5249863"/>
          <p14:tracePt t="5946" x="5095875" y="5241925"/>
          <p14:tracePt t="5963" x="5087938" y="5241925"/>
          <p14:tracePt t="5979" x="5080000" y="5241925"/>
          <p14:tracePt t="6005" x="5070475" y="5241925"/>
          <p14:tracePt t="6013" x="5053013" y="5232400"/>
          <p14:tracePt t="6029" x="4951413" y="5173663"/>
          <p14:tracePt t="6046" x="4773613" y="5087938"/>
          <p14:tracePt t="6063" x="4670425" y="5037138"/>
          <p14:tracePt t="6080" x="4586288" y="4994275"/>
          <p14:tracePt t="6096" x="4568825" y="4986338"/>
          <p14:tracePt t="8248" x="4568825" y="4976813"/>
          <p14:tracePt t="8256" x="4568825" y="4960938"/>
          <p14:tracePt t="8265" x="4619625" y="4857750"/>
          <p14:tracePt t="8280" x="4654550" y="4816475"/>
          <p14:tracePt t="8297" x="4730750" y="4654550"/>
          <p14:tracePt t="8313" x="4764088" y="4586288"/>
          <p14:tracePt t="8330" x="4814888" y="4492625"/>
          <p14:tracePt t="8346" x="4892675" y="4398963"/>
          <p14:tracePt t="8363" x="4908550" y="4373563"/>
          <p14:tracePt t="8379" x="4926013" y="4356100"/>
          <p14:tracePt t="8396" x="4951413" y="4313238"/>
          <p14:tracePt t="8414" x="5027613" y="4211638"/>
          <p14:tracePt t="8430" x="5156200" y="4100513"/>
          <p14:tracePt t="8447" x="5275263" y="4006850"/>
          <p14:tracePt t="8464" x="5351463" y="3956050"/>
          <p14:tracePt t="8480" x="5394325" y="3897313"/>
          <p14:tracePt t="8497" x="5462588" y="3836988"/>
          <p14:tracePt t="8513" x="5640388" y="3684588"/>
          <p14:tracePt t="8530" x="5810250" y="3590925"/>
          <p14:tracePt t="8546" x="5913438" y="3471863"/>
          <p14:tracePt t="8563" x="5921375" y="3411538"/>
          <p14:tracePt t="8580" x="5921375" y="3360738"/>
          <p14:tracePt t="8596" x="5921375" y="3292475"/>
          <p14:tracePt t="8613" x="5921375" y="3224213"/>
          <p14:tracePt t="8630" x="5903913" y="3155950"/>
          <p14:tracePt t="8646" x="5895975" y="3079750"/>
          <p14:tracePt t="8663" x="5895975" y="3063875"/>
          <p14:tracePt t="8680" x="5895975" y="3054350"/>
          <p14:tracePt t="8697" x="5895975" y="3046413"/>
          <p14:tracePt t="8713" x="5895975" y="3021013"/>
          <p14:tracePt t="8730" x="5895975" y="2970213"/>
          <p14:tracePt t="8747" x="5895975" y="2943225"/>
          <p14:tracePt t="8764" x="5878513" y="2917825"/>
          <p14:tracePt t="8780" x="5845175" y="2867025"/>
          <p14:tracePt t="8797" x="5819775" y="2816225"/>
          <p14:tracePt t="8814" x="5726113" y="2705100"/>
          <p14:tracePt t="8830" x="5665788" y="2628900"/>
          <p14:tracePt t="8847" x="5614988" y="2552700"/>
          <p14:tracePt t="8883" x="5614988" y="2544763"/>
          <p14:tracePt t="8897" x="5614988" y="2535238"/>
          <p14:tracePt t="8905" x="5614988" y="2519363"/>
          <p14:tracePt t="8925" x="5624513" y="2519363"/>
          <p14:tracePt t="8933" x="5632450" y="2519363"/>
          <p14:tracePt t="8949" x="5640388" y="2519363"/>
          <p14:tracePt t="8970" x="5649913" y="2519363"/>
          <p14:tracePt t="9001" x="5657850" y="2519363"/>
          <p14:tracePt t="9017" x="5665788" y="2519363"/>
          <p14:tracePt t="9031" x="5691188" y="2519363"/>
          <p14:tracePt t="9039" x="5726113" y="2519363"/>
          <p14:tracePt t="9047" x="5751513" y="2527300"/>
          <p14:tracePt t="9063" x="5794375" y="2535238"/>
          <p14:tracePt t="9080" x="5837238" y="2535238"/>
          <p14:tracePt t="9097" x="5862638" y="2544763"/>
          <p14:tracePt t="9113" x="5888038" y="2544763"/>
          <p14:tracePt t="9130" x="5895975" y="2544763"/>
          <p14:tracePt t="9215" x="5888038" y="2544763"/>
          <p14:tracePt t="9227" x="5878513" y="2544763"/>
          <p14:tracePt t="9259" x="5870575" y="2544763"/>
          <p14:tracePt t="9376" x="5870575" y="2552700"/>
          <p14:tracePt t="9383" x="5878513" y="2570163"/>
          <p14:tracePt t="9399" x="5888038" y="2570163"/>
          <p14:tracePt t="9414" x="5888038" y="2578100"/>
          <p14:tracePt t="9430" x="5888038" y="2586038"/>
          <p14:tracePt t="11587" x="5888038" y="2595563"/>
          <p14:tracePt t="11593" x="5888038" y="2611438"/>
          <p14:tracePt t="11601" x="5888038" y="2628900"/>
          <p14:tracePt t="11613" x="5888038" y="2646363"/>
          <p14:tracePt t="11630" x="5895975" y="2671763"/>
          <p14:tracePt t="11646" x="5903913" y="2689225"/>
          <p14:tracePt t="11663" x="5913438" y="2722563"/>
          <p14:tracePt t="11680" x="5929313" y="2747963"/>
          <p14:tracePt t="11697" x="5938838" y="2773363"/>
          <p14:tracePt t="11713" x="5946775" y="2773363"/>
          <p14:tracePt t="11814" x="5946775" y="2782888"/>
          <p14:tracePt t="11825" x="5956300" y="2782888"/>
          <p14:tracePt t="11833" x="5956300" y="2790825"/>
          <p14:tracePt t="11849" x="5956300" y="2798763"/>
          <p14:tracePt t="11864" x="5964238" y="2808288"/>
          <p14:tracePt t="11866" x="5972175" y="2816225"/>
          <p14:tracePt t="11881" x="5989638" y="2851150"/>
          <p14:tracePt t="11897" x="5989638" y="2867025"/>
          <p14:tracePt t="11913" x="5989638" y="2909888"/>
          <p14:tracePt t="11930" x="5989638" y="2927350"/>
          <p14:tracePt t="11932" x="5997575" y="2952750"/>
          <p14:tracePt t="11946" x="5997575" y="2970213"/>
          <p14:tracePt t="11963" x="5997575" y="2978150"/>
          <p14:tracePt t="11980" x="5997575" y="2986088"/>
          <p14:tracePt t="12011" x="5997575" y="2995613"/>
          <p14:tracePt t="12027" x="5997575" y="3003550"/>
          <p14:tracePt t="12053" x="5997575" y="3011488"/>
          <p14:tracePt t="12065" x="5997575" y="3021013"/>
          <p14:tracePt t="12072" x="5997575" y="3028950"/>
          <p14:tracePt t="12081" x="5997575" y="3036888"/>
          <p14:tracePt t="12097" x="5997575" y="3054350"/>
          <p14:tracePt t="12113" x="6007100" y="3071813"/>
          <p14:tracePt t="12130" x="6007100" y="3097213"/>
          <p14:tracePt t="12146" x="6007100" y="3114675"/>
          <p14:tracePt t="12163" x="6007100" y="3130550"/>
          <p14:tracePt t="12294" x="6007100" y="3140075"/>
          <p14:tracePt t="12305" x="6007100" y="3148013"/>
          <p14:tracePt t="12314" x="6007100" y="3155950"/>
          <p14:tracePt t="12330" x="6007100" y="3173413"/>
          <p14:tracePt t="12346" x="6007100" y="3182938"/>
          <p14:tracePt t="12363" x="5997575" y="3198813"/>
          <p14:tracePt t="12380" x="5997575" y="3216275"/>
          <p14:tracePt t="12397" x="5981700" y="3233738"/>
          <p14:tracePt t="12417" x="5972175" y="3233738"/>
          <p14:tracePt t="12584" x="5972175" y="3241675"/>
          <p14:tracePt t="12603" x="5972175" y="3249613"/>
          <p14:tracePt t="12643" x="5972175" y="3259138"/>
          <p14:tracePt t="13705" x="5964238" y="3259138"/>
          <p14:tracePt t="13711" x="5956300" y="3259138"/>
          <p14:tracePt t="13718" x="5938838" y="3259138"/>
          <p14:tracePt t="13737" x="5929313" y="3267075"/>
          <p14:tracePt t="13747" x="5921375" y="3267075"/>
          <p14:tracePt t="13764" x="5913438" y="3267075"/>
          <p14:tracePt t="13780" x="5913438" y="3276600"/>
          <p14:tracePt t="14116" x="5913438" y="3284538"/>
          <p14:tracePt t="14294" x="5921375" y="3284538"/>
          <p14:tracePt t="14880" x="5929313" y="3302000"/>
          <p14:tracePt t="14885" x="5938838" y="3335338"/>
          <p14:tracePt t="14896" x="5938838" y="3343275"/>
          <p14:tracePt t="14913" x="5956300" y="3386138"/>
          <p14:tracePt t="14933" x="5956300" y="3395663"/>
          <p14:tracePt t="15022" x="5956300" y="3403600"/>
          <p14:tracePt t="15030" x="5964238" y="3421063"/>
          <p14:tracePt t="15039" x="5972175" y="3446463"/>
          <p14:tracePt t="15047" x="5972175" y="3462338"/>
          <p14:tracePt t="15063" x="5981700" y="3522663"/>
          <p14:tracePt t="15080" x="5989638" y="3573463"/>
          <p14:tracePt t="15096" x="6007100" y="3633788"/>
          <p14:tracePt t="15113" x="6007100" y="3667125"/>
          <p14:tracePt t="15130" x="6007100" y="3675063"/>
          <p14:tracePt t="15205" x="6015038" y="3684588"/>
          <p14:tracePt t="15213" x="6022975" y="3717925"/>
          <p14:tracePt t="15221" x="6040438" y="3735388"/>
          <p14:tracePt t="15231" x="6049963" y="3760788"/>
          <p14:tracePt t="15248" x="6065838" y="3829050"/>
          <p14:tracePt t="15265" x="6075363" y="3879850"/>
          <p14:tracePt t="15280" x="6083300" y="3965575"/>
          <p14:tracePt t="15296" x="6083300" y="4006850"/>
          <p14:tracePt t="15313" x="6083300" y="4059238"/>
          <p14:tracePt t="15330" x="6083300" y="4117975"/>
          <p14:tracePt t="15347" x="6075363" y="4160838"/>
          <p14:tracePt t="15363" x="6075363" y="4194175"/>
          <p14:tracePt t="15380" x="6065838" y="4194175"/>
          <p14:tracePt t="15403" x="6065838" y="4203700"/>
          <p14:tracePt t="15453" x="6065838" y="4211638"/>
          <p14:tracePt t="15461" x="6057900" y="4219575"/>
          <p14:tracePt t="15469" x="6049963" y="4237038"/>
          <p14:tracePt t="15479" x="6040438" y="4254500"/>
          <p14:tracePt t="15497" x="6022975" y="4271963"/>
          <p14:tracePt t="15513" x="5997575" y="4305300"/>
          <p14:tracePt t="15530" x="5964238" y="4322763"/>
          <p14:tracePt t="15546" x="5938838" y="4338638"/>
          <p14:tracePt t="15564" x="5913438" y="4348163"/>
          <p14:tracePt t="15580" x="5913438" y="4356100"/>
          <p14:tracePt t="15596" x="5903913" y="4356100"/>
          <p14:tracePt t="18001" x="5903913" y="4373563"/>
          <p14:tracePt t="18007" x="5903913" y="4391025"/>
          <p14:tracePt t="18015" x="5903913" y="4398963"/>
          <p14:tracePt t="18030" x="5895975" y="4432300"/>
          <p14:tracePt t="18046" x="5895975" y="4449763"/>
          <p14:tracePt t="18063" x="5888038" y="4449763"/>
          <p14:tracePt t="18080" x="5888038" y="4467225"/>
          <p14:tracePt t="18146" x="5888038" y="4475163"/>
          <p14:tracePt t="18153" x="5888038" y="4484688"/>
          <p14:tracePt t="18163" x="5888038" y="4500563"/>
          <p14:tracePt t="18180" x="5888038" y="4525963"/>
          <p14:tracePt t="18196" x="5888038" y="4543425"/>
          <p14:tracePt t="18213" x="5895975" y="4586288"/>
          <p14:tracePt t="18230" x="5895975" y="4637088"/>
          <p14:tracePt t="18246" x="5895975" y="4687888"/>
          <p14:tracePt t="18263" x="5895975" y="4738688"/>
          <p14:tracePt t="18280" x="5895975" y="4781550"/>
          <p14:tracePt t="18297" x="5903913" y="4841875"/>
          <p14:tracePt t="18313" x="5913438" y="4857750"/>
          <p14:tracePt t="18330" x="5921375" y="4867275"/>
          <p14:tracePt t="18347" x="5921375" y="4875213"/>
          <p14:tracePt t="18363" x="5929313" y="4875213"/>
          <p14:tracePt t="18380" x="5938838" y="4884738"/>
          <p14:tracePt t="18407" x="5938838" y="4892675"/>
          <p14:tracePt t="18415" x="5938838" y="4910138"/>
          <p14:tracePt t="18430" x="5946775" y="4926013"/>
          <p14:tracePt t="18431" x="5956300" y="4951413"/>
          <p14:tracePt t="18447" x="5981700" y="5029200"/>
          <p14:tracePt t="18463" x="5997575" y="5087938"/>
          <p14:tracePt t="18480" x="5997575" y="5113338"/>
        </p14:tracePtLst>
      </p14:laserTraceLst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A8A600-BB1C-2B91-E0C5-FA1F2DB06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DA2AECD-53CE-7544-5B2E-52BFFA9D2808}"/>
              </a:ext>
            </a:extLst>
          </p:cNvPr>
          <p:cNvSpPr/>
          <p:nvPr/>
        </p:nvSpPr>
        <p:spPr>
          <a:xfrm>
            <a:off x="-512702" y="1197520"/>
            <a:ext cx="13189209" cy="5946229"/>
          </a:xfrm>
          <a:prstGeom prst="roundRect">
            <a:avLst>
              <a:gd name="adj" fmla="val 5714"/>
            </a:avLst>
          </a:prstGeom>
          <a:solidFill>
            <a:srgbClr val="F5F8F9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00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CD3AFAB-9D72-E613-9229-F3FF4DE9E22B}"/>
              </a:ext>
            </a:extLst>
          </p:cNvPr>
          <p:cNvSpPr/>
          <p:nvPr/>
        </p:nvSpPr>
        <p:spPr>
          <a:xfrm>
            <a:off x="719137" y="-2846398"/>
            <a:ext cx="10753725" cy="3843728"/>
          </a:xfrm>
          <a:prstGeom prst="roundRect">
            <a:avLst>
              <a:gd name="adj" fmla="val 571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s-ES" sz="2800" b="1" dirty="0">
                <a:solidFill>
                  <a:schemeClr val="tx1"/>
                </a:solidFill>
                <a:latin typeface="+mj-lt"/>
              </a:rPr>
              <a:t>Time series </a:t>
            </a:r>
            <a:r>
              <a:rPr lang="es-ES" sz="2800" b="1" dirty="0" err="1">
                <a:solidFill>
                  <a:schemeClr val="tx1"/>
                </a:solidFill>
                <a:latin typeface="+mj-lt"/>
              </a:rPr>
              <a:t>analysis</a:t>
            </a:r>
            <a:endParaRPr lang="es-ES" sz="28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6E23B-AC2C-614C-3208-9D756F43C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6E274-3D30-4D47-98D0-0581248BD0B1}" type="slidenum">
              <a:rPr lang="es-ES" noProof="0" smtClean="0"/>
              <a:t>3</a:t>
            </a:fld>
            <a:endParaRPr lang="es-ES" noProof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369CF47-7512-9E16-30D4-0310CB6C6ED2}"/>
              </a:ext>
            </a:extLst>
          </p:cNvPr>
          <p:cNvGrpSpPr/>
          <p:nvPr/>
        </p:nvGrpSpPr>
        <p:grpSpPr>
          <a:xfrm>
            <a:off x="719137" y="2075618"/>
            <a:ext cx="3121263" cy="4190031"/>
            <a:chOff x="8050093" y="1427059"/>
            <a:chExt cx="3121263" cy="4190031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243AB1E4-8A37-4FB7-1979-D322BF8AF9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27" t="18265" r="66047" b="58152"/>
            <a:stretch/>
          </p:blipFill>
          <p:spPr>
            <a:xfrm>
              <a:off x="8050093" y="1427059"/>
              <a:ext cx="3121263" cy="914401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15000"/>
              </a:schemeClr>
            </a:solidFill>
          </p:spPr>
        </p:pic>
        <p:graphicFrame>
          <p:nvGraphicFramePr>
            <p:cNvPr id="21" name="Google Shape;228;p24">
              <a:extLst>
                <a:ext uri="{FF2B5EF4-FFF2-40B4-BE49-F238E27FC236}">
                  <a16:creationId xmlns:a16="http://schemas.microsoft.com/office/drawing/2014/main" id="{9AFADF5F-B1DE-97B2-140A-720ED562971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4091134008"/>
                </p:ext>
              </p:extLst>
            </p:nvPr>
          </p:nvGraphicFramePr>
          <p:xfrm>
            <a:off x="8136018" y="2654565"/>
            <a:ext cx="2949412" cy="2962525"/>
          </p:xfrm>
          <a:graphic>
            <a:graphicData uri="http://schemas.openxmlformats.org/drawingml/2006/table">
              <a:tbl>
                <a:tblPr>
                  <a:noFill/>
                </a:tblPr>
                <a:tblGrid>
                  <a:gridCol w="900547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73433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577182">
                    <a:extLst>
                      <a:ext uri="{9D8B030D-6E8A-4147-A177-3AD203B41FA5}">
                        <a16:colId xmlns:a16="http://schemas.microsoft.com/office/drawing/2014/main" val="3490565345"/>
                      </a:ext>
                    </a:extLst>
                  </a:gridCol>
                  <a:gridCol w="737353">
                    <a:extLst>
                      <a:ext uri="{9D8B030D-6E8A-4147-A177-3AD203B41FA5}">
                        <a16:colId xmlns:a16="http://schemas.microsoft.com/office/drawing/2014/main" val="3656356483"/>
                      </a:ext>
                    </a:extLst>
                  </a:gridCol>
                </a:tblGrid>
                <a:tr h="616177">
                  <a:tc>
                    <a:txBody>
                      <a:bodyPr/>
                      <a:lstStyle/>
                      <a:p>
                        <a:pPr marL="0" lvl="0" indent="0" algn="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GB" sz="1100" noProof="0" dirty="0">
                            <a:solidFill>
                              <a:schemeClr val="dk2"/>
                            </a:solidFill>
                            <a:latin typeface="Source Sans Pro"/>
                            <a:ea typeface="Source Sans Pro"/>
                            <a:cs typeface="Source Sans Pro"/>
                            <a:sym typeface="Source Sans Pro"/>
                          </a:rPr>
                          <a:t>Time</a:t>
                        </a:r>
                      </a:p>
                    </a:txBody>
                    <a:tcPr marL="91425" marR="91425" marT="68575" marB="68575" anchor="ctr">
                      <a:lnL w="9525" cap="flat" cmpd="sng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38100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GB" sz="1100" noProof="0" dirty="0">
                            <a:solidFill>
                              <a:schemeClr val="dk2"/>
                            </a:solidFill>
                            <a:latin typeface="Source Sans Pro"/>
                            <a:ea typeface="Source Sans Pro"/>
                            <a:cs typeface="Source Sans Pro"/>
                            <a:sym typeface="Source Sans Pro"/>
                          </a:rPr>
                          <a:t>Feature 1</a:t>
                        </a:r>
                      </a:p>
                    </a:txBody>
                    <a:tcPr marL="91425" marR="91425" marT="68575" marB="68575" anchor="ctr">
                      <a:lnL w="9525" cap="flat" cmpd="sng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38100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GB" sz="1100" noProof="0">
                            <a:solidFill>
                              <a:schemeClr val="dk2"/>
                            </a:solidFill>
                            <a:latin typeface="Source Sans Pro"/>
                            <a:ea typeface="Source Sans Pro"/>
                            <a:cs typeface="Source Sans Pro"/>
                            <a:sym typeface="Source Sans Pro"/>
                          </a:rPr>
                          <a:t>….</a:t>
                        </a:r>
                      </a:p>
                    </a:txBody>
                    <a:tcPr marL="91425" marR="91425" marT="68575" marB="68575" anchor="ctr">
                      <a:lnL w="9525" cap="flat" cmpd="sng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38100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2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GB" sz="1100" noProof="0" dirty="0">
                            <a:solidFill>
                              <a:schemeClr val="dk2"/>
                            </a:solidFill>
                            <a:latin typeface="Source Sans Pro"/>
                            <a:ea typeface="Source Sans Pro"/>
                            <a:cs typeface="Source Sans Pro"/>
                            <a:sym typeface="Source Sans Pro"/>
                          </a:rPr>
                          <a:t>Feature N &gt;= 1</a:t>
                        </a:r>
                      </a:p>
                    </a:txBody>
                    <a:tcPr marL="91425" marR="91425" marT="68575" marB="68575" anchor="ctr">
                      <a:lnL w="9525" cap="flat" cmpd="sng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38100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2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371370">
                  <a:tc>
                    <a:txBody>
                      <a:bodyPr/>
                      <a:lstStyle/>
                      <a:p>
                        <a:pPr marL="0" lvl="0" indent="0" algn="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GB" sz="1100" noProof="0">
                            <a:solidFill>
                              <a:srgbClr val="415665"/>
                            </a:solidFill>
                            <a:latin typeface="Source Sans Pro"/>
                            <a:ea typeface="Source Sans Pro"/>
                            <a:cs typeface="Source Sans Pro"/>
                            <a:sym typeface="Source Sans Pro"/>
                          </a:rPr>
                          <a:t>7:00 AM</a:t>
                        </a:r>
                      </a:p>
                    </a:txBody>
                    <a:tcPr marL="91425" marR="91425" marT="68575" marB="68575" anchor="ctr">
                      <a:lnL w="9525" cap="flat" cmpd="sng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38100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GB" sz="1100" b="1" noProof="0">
                            <a:solidFill>
                              <a:srgbClr val="415665"/>
                            </a:solidFill>
                            <a:latin typeface="Source Sans Pro"/>
                            <a:ea typeface="Source Sans Pro"/>
                            <a:cs typeface="Source Sans Pro"/>
                            <a:sym typeface="Source Sans Pro"/>
                          </a:rPr>
                          <a:t>100</a:t>
                        </a:r>
                      </a:p>
                    </a:txBody>
                    <a:tcPr marL="91425" marR="91425" marT="68575" marB="68575" anchor="ctr">
                      <a:lnL w="9525" cap="flat" cmpd="sng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38100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GB" sz="1100" b="1" noProof="0">
                          <a:solidFill>
                            <a:srgbClr val="415665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endParaRPr>
                      </a:p>
                    </a:txBody>
                    <a:tcPr marL="91425" marR="91425" marT="68575" marB="68575" anchor="ctr">
                      <a:lnL w="9525" cap="flat" cmpd="sng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38100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GB" sz="1100" b="1" noProof="0">
                            <a:solidFill>
                              <a:srgbClr val="415665"/>
                            </a:solidFill>
                            <a:latin typeface="Source Sans Pro"/>
                            <a:ea typeface="Source Sans Pro"/>
                            <a:cs typeface="Source Sans Pro"/>
                            <a:sym typeface="Source Sans Pro"/>
                          </a:rPr>
                          <a:t>0</a:t>
                        </a:r>
                      </a:p>
                    </a:txBody>
                    <a:tcPr marL="91425" marR="91425" marT="68575" marB="68575" anchor="ctr">
                      <a:lnL w="9525" cap="flat" cmpd="sng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38100" cap="flat" cmpd="sng" algn="ctr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420528">
                  <a:tc>
                    <a:txBody>
                      <a:bodyPr/>
                      <a:lstStyle/>
                      <a:p>
                        <a:pPr marL="0" lvl="0" indent="0" algn="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GB" sz="1100" noProof="0">
                            <a:solidFill>
                              <a:srgbClr val="415665"/>
                            </a:solidFill>
                            <a:latin typeface="Source Sans Pro"/>
                            <a:ea typeface="Source Sans Pro"/>
                            <a:cs typeface="Source Sans Pro"/>
                            <a:sym typeface="Source Sans Pro"/>
                          </a:rPr>
                          <a:t>11:00 AM</a:t>
                        </a:r>
                      </a:p>
                    </a:txBody>
                    <a:tcPr marL="91425" marR="91425" marT="68575" marB="68575" anchor="ctr">
                      <a:lnL w="9525" cap="flat" cmpd="sng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GB" sz="1100" b="1" noProof="0">
                            <a:solidFill>
                              <a:srgbClr val="415665"/>
                            </a:solidFill>
                            <a:latin typeface="Source Sans Pro"/>
                            <a:ea typeface="Source Sans Pro"/>
                            <a:cs typeface="Source Sans Pro"/>
                            <a:sym typeface="Source Sans Pro"/>
                          </a:rPr>
                          <a:t>0</a:t>
                        </a:r>
                      </a:p>
                    </a:txBody>
                    <a:tcPr marL="91425" marR="91425" marT="68575" marB="68575" anchor="ctr">
                      <a:lnL w="9525" cap="flat" cmpd="sng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GB" sz="1100" b="1" noProof="0">
                          <a:solidFill>
                            <a:srgbClr val="415665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endParaRPr>
                      </a:p>
                    </a:txBody>
                    <a:tcPr marL="91425" marR="91425" marT="68575" marB="68575" anchor="ctr">
                      <a:lnL w="9525" cap="flat" cmpd="sng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GB" sz="1100" b="1" noProof="0">
                            <a:solidFill>
                              <a:srgbClr val="415665"/>
                            </a:solidFill>
                            <a:latin typeface="Source Sans Pro"/>
                            <a:ea typeface="Source Sans Pro"/>
                            <a:cs typeface="Source Sans Pro"/>
                            <a:sym typeface="Source Sans Pro"/>
                          </a:rPr>
                          <a:t>50</a:t>
                        </a:r>
                      </a:p>
                    </a:txBody>
                    <a:tcPr marL="91425" marR="91425" marT="68575" marB="68575" anchor="ctr">
                      <a:lnL w="9525" cap="flat" cmpd="sng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382980">
                  <a:tc>
                    <a:txBody>
                      <a:bodyPr/>
                      <a:lstStyle/>
                      <a:p>
                        <a:pPr marL="0" lvl="0" indent="0" algn="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GB" sz="1100" noProof="0">
                            <a:solidFill>
                              <a:srgbClr val="415665"/>
                            </a:solidFill>
                            <a:latin typeface="Source Sans Pro"/>
                            <a:ea typeface="Source Sans Pro"/>
                            <a:cs typeface="Source Sans Pro"/>
                            <a:sym typeface="Source Sans Pro"/>
                          </a:rPr>
                          <a:t>03:00 PM</a:t>
                        </a:r>
                      </a:p>
                    </a:txBody>
                    <a:tcPr marL="91425" marR="91425" marT="68575" marB="68575" anchor="ctr">
                      <a:lnL w="9525" cap="flat" cmpd="sng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GB" sz="1100" b="1" noProof="0">
                            <a:solidFill>
                              <a:srgbClr val="415665"/>
                            </a:solidFill>
                            <a:latin typeface="Source Sans Pro"/>
                            <a:ea typeface="Source Sans Pro"/>
                            <a:cs typeface="Source Sans Pro"/>
                            <a:sym typeface="Source Sans Pro"/>
                          </a:rPr>
                          <a:t>0</a:t>
                        </a:r>
                      </a:p>
                    </a:txBody>
                    <a:tcPr marL="91425" marR="91425" marT="68575" marB="68575" anchor="ctr">
                      <a:lnL w="9525" cap="flat" cmpd="sng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GB" sz="1100" b="1" noProof="0">
                          <a:solidFill>
                            <a:srgbClr val="415665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endParaRPr>
                      </a:p>
                    </a:txBody>
                    <a:tcPr marL="91425" marR="91425" marT="68575" marB="68575" anchor="ctr">
                      <a:lnL w="9525" cap="flat" cmpd="sng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GB" sz="1100" b="1" noProof="0">
                            <a:solidFill>
                              <a:srgbClr val="415665"/>
                            </a:solidFill>
                            <a:latin typeface="Source Sans Pro"/>
                            <a:ea typeface="Source Sans Pro"/>
                            <a:cs typeface="Source Sans Pro"/>
                            <a:sym typeface="Source Sans Pro"/>
                          </a:rPr>
                          <a:t>50</a:t>
                        </a:r>
                      </a:p>
                    </a:txBody>
                    <a:tcPr marL="91425" marR="91425" marT="68575" marB="68575" anchor="ctr">
                      <a:lnL w="9525" cap="flat" cmpd="sng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390490">
                  <a:tc>
                    <a:txBody>
                      <a:bodyPr/>
                      <a:lstStyle/>
                      <a:p>
                        <a:pPr marL="0" lvl="0" indent="0" algn="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GB" sz="1100" noProof="0">
                            <a:solidFill>
                              <a:srgbClr val="415665"/>
                            </a:solidFill>
                            <a:latin typeface="Source Sans Pro"/>
                            <a:ea typeface="Source Sans Pro"/>
                            <a:cs typeface="Source Sans Pro"/>
                            <a:sym typeface="Source Sans Pro"/>
                          </a:rPr>
                          <a:t>06:30 PM</a:t>
                        </a:r>
                      </a:p>
                    </a:txBody>
                    <a:tcPr marL="91425" marR="91425" marT="68575" marB="68575" anchor="ctr">
                      <a:lnL w="9525" cap="flat" cmpd="sng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GB" sz="1100" b="1" noProof="0">
                            <a:solidFill>
                              <a:srgbClr val="415665"/>
                            </a:solidFill>
                            <a:latin typeface="Source Sans Pro"/>
                            <a:ea typeface="Source Sans Pro"/>
                            <a:cs typeface="Source Sans Pro"/>
                            <a:sym typeface="Source Sans Pro"/>
                          </a:rPr>
                          <a:t>100</a:t>
                        </a:r>
                      </a:p>
                    </a:txBody>
                    <a:tcPr marL="91425" marR="91425" marT="68575" marB="68575" anchor="ctr">
                      <a:lnL w="9525" cap="flat" cmpd="sng" algn="ctr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GB" sz="1100" b="1" noProof="0">
                          <a:solidFill>
                            <a:srgbClr val="415665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endParaRPr>
                      </a:p>
                    </a:txBody>
                    <a:tcPr marL="91425" marR="91425" marT="68575" marB="68575" anchor="ctr">
                      <a:lnL w="9525" cap="flat" cmpd="sng" algn="ctr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GB" sz="1100" b="1" noProof="0">
                            <a:solidFill>
                              <a:srgbClr val="415665"/>
                            </a:solidFill>
                            <a:latin typeface="Source Sans Pro"/>
                            <a:ea typeface="Source Sans Pro"/>
                            <a:cs typeface="Source Sans Pro"/>
                            <a:sym typeface="Source Sans Pro"/>
                          </a:rPr>
                          <a:t>0</a:t>
                        </a:r>
                      </a:p>
                    </a:txBody>
                    <a:tcPr marL="91425" marR="91425" marT="68575" marB="68575" anchor="ctr">
                      <a:lnL w="9525" cap="flat" cmpd="sng" algn="ctr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51898870"/>
                    </a:ext>
                  </a:extLst>
                </a:tr>
                <a:tr h="390490">
                  <a:tc>
                    <a:txBody>
                      <a:bodyPr/>
                      <a:lstStyle/>
                      <a:p>
                        <a:pPr marL="0" lvl="0" indent="0" algn="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GB" sz="1100" noProof="0">
                            <a:solidFill>
                              <a:srgbClr val="415665"/>
                            </a:solidFill>
                            <a:latin typeface="Source Sans Pro"/>
                            <a:ea typeface="Source Sans Pro"/>
                            <a:cs typeface="Source Sans Pro"/>
                            <a:sym typeface="Source Sans Pro"/>
                          </a:rPr>
                          <a:t>07:00 PM</a:t>
                        </a:r>
                      </a:p>
                    </a:txBody>
                    <a:tcPr marL="91425" marR="91425" marT="68575" marB="68575" anchor="ctr">
                      <a:lnL w="9525" cap="flat" cmpd="sng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GB" sz="1100" b="1" noProof="0">
                            <a:solidFill>
                              <a:srgbClr val="415665"/>
                            </a:solidFill>
                            <a:latin typeface="Source Sans Pro"/>
                            <a:ea typeface="Source Sans Pro"/>
                            <a:cs typeface="Source Sans Pro"/>
                            <a:sym typeface="Source Sans Pro"/>
                          </a:rPr>
                          <a:t>0</a:t>
                        </a:r>
                      </a:p>
                    </a:txBody>
                    <a:tcPr marL="91425" marR="91425" marT="68575" marB="68575" anchor="ctr">
                      <a:lnL w="9525" cap="flat" cmpd="sng" algn="ctr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GB" sz="1100" b="1" noProof="0">
                          <a:solidFill>
                            <a:srgbClr val="415665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endParaRPr>
                      </a:p>
                    </a:txBody>
                    <a:tcPr marL="91425" marR="91425" marT="68575" marB="68575" anchor="ctr">
                      <a:lnL w="9525" cap="flat" cmpd="sng" algn="ctr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GB" sz="1100" b="1" noProof="0">
                            <a:solidFill>
                              <a:srgbClr val="415665"/>
                            </a:solidFill>
                            <a:latin typeface="Source Sans Pro"/>
                            <a:ea typeface="Source Sans Pro"/>
                            <a:cs typeface="Source Sans Pro"/>
                            <a:sym typeface="Source Sans Pro"/>
                          </a:rPr>
                          <a:t>50</a:t>
                        </a:r>
                      </a:p>
                    </a:txBody>
                    <a:tcPr marL="91425" marR="91425" marT="68575" marB="68575" anchor="ctr">
                      <a:lnL w="9525" cap="flat" cmpd="sng" algn="ctr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3168380237"/>
                    </a:ext>
                  </a:extLst>
                </a:tr>
                <a:tr h="390490">
                  <a:tc>
                    <a:txBody>
                      <a:bodyPr/>
                      <a:lstStyle/>
                      <a:p>
                        <a:pPr marL="0" lvl="0" indent="0" algn="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GB" sz="1100" noProof="0">
                            <a:solidFill>
                              <a:srgbClr val="415665"/>
                            </a:solidFill>
                            <a:latin typeface="Source Sans Pro"/>
                            <a:ea typeface="Source Sans Pro"/>
                            <a:cs typeface="Source Sans Pro"/>
                            <a:sym typeface="Source Sans Pro"/>
                          </a:rPr>
                          <a:t>10:00 PM</a:t>
                        </a:r>
                      </a:p>
                    </a:txBody>
                    <a:tcPr marL="91425" marR="91425" marT="68575" marB="68575" anchor="ctr">
                      <a:lnL w="9525" cap="flat" cmpd="sng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GB" sz="1100" b="1" noProof="0">
                            <a:solidFill>
                              <a:srgbClr val="415665"/>
                            </a:solidFill>
                            <a:latin typeface="Source Sans Pro"/>
                            <a:ea typeface="Source Sans Pro"/>
                            <a:cs typeface="Source Sans Pro"/>
                            <a:sym typeface="Source Sans Pro"/>
                          </a:rPr>
                          <a:t>0</a:t>
                        </a:r>
                      </a:p>
                    </a:txBody>
                    <a:tcPr marL="91425" marR="91425" marT="68575" marB="68575" anchor="ctr">
                      <a:lnL w="9525" cap="flat" cmpd="sng" algn="ctr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lang="en-GB" sz="1100" b="1" noProof="0">
                          <a:solidFill>
                            <a:srgbClr val="415665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endParaRPr>
                      </a:p>
                    </a:txBody>
                    <a:tcPr marL="91425" marR="91425" marT="68575" marB="68575" anchor="ctr">
                      <a:lnL w="9525" cap="flat" cmpd="sng" algn="ctr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GB" sz="1100" b="1" noProof="0" dirty="0">
                            <a:solidFill>
                              <a:srgbClr val="415665"/>
                            </a:solidFill>
                            <a:latin typeface="Source Sans Pro"/>
                            <a:ea typeface="Source Sans Pro"/>
                            <a:cs typeface="Source Sans Pro"/>
                            <a:sym typeface="Source Sans Pro"/>
                          </a:rPr>
                          <a:t>50</a:t>
                        </a:r>
                      </a:p>
                    </a:txBody>
                    <a:tcPr marL="91425" marR="91425" marT="68575" marB="68575" anchor="ctr">
                      <a:lnL w="9525" cap="flat" cmpd="sng" algn="ctr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rgbClr val="D9D9D9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4251243990"/>
                    </a:ext>
                  </a:extLst>
                </a:tr>
              </a:tbl>
            </a:graphicData>
          </a:graphic>
        </p:graphicFrame>
      </p:grp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174D923-F80E-5860-87D5-EEAC6D2A41B7}"/>
              </a:ext>
            </a:extLst>
          </p:cNvPr>
          <p:cNvGraphicFramePr/>
          <p:nvPr/>
        </p:nvGraphicFramePr>
        <p:xfrm>
          <a:off x="1657803" y="157282"/>
          <a:ext cx="9242297" cy="2107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4" name="Graphic 3" descr="Advertencia con relleno sólido">
            <a:extLst>
              <a:ext uri="{FF2B5EF4-FFF2-40B4-BE49-F238E27FC236}">
                <a16:creationId xmlns:a16="http://schemas.microsoft.com/office/drawing/2014/main" id="{0D025E31-168E-2D23-4842-2AA5D35032E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237458" y="2155642"/>
            <a:ext cx="914400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62745E2-9F4B-A11A-65FC-DB6347C97EF2}"/>
              </a:ext>
            </a:extLst>
          </p:cNvPr>
          <p:cNvSpPr txBox="1"/>
          <p:nvPr/>
        </p:nvSpPr>
        <p:spPr>
          <a:xfrm>
            <a:off x="4158948" y="3137804"/>
            <a:ext cx="3071420" cy="7646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lvl="1" algn="ctr">
              <a:lnSpc>
                <a:spcPts val="2625"/>
              </a:lnSpc>
            </a:pPr>
            <a:r>
              <a:rPr lang="es-ES" sz="2500" dirty="0" err="1">
                <a:cs typeface="Arial"/>
              </a:rPr>
              <a:t>Avoid</a:t>
            </a:r>
            <a:r>
              <a:rPr lang="es-ES" sz="2500" dirty="0">
                <a:cs typeface="Arial"/>
              </a:rPr>
              <a:t> </a:t>
            </a:r>
            <a:r>
              <a:rPr lang="es-ES" sz="2500" dirty="0" err="1">
                <a:cs typeface="Arial"/>
              </a:rPr>
              <a:t>errors</a:t>
            </a:r>
            <a:endParaRPr lang="en-US" sz="2500" dirty="0">
              <a:cs typeface="Arial"/>
            </a:endParaRPr>
          </a:p>
          <a:p>
            <a:pPr marL="0" lvl="1" algn="ctr">
              <a:lnSpc>
                <a:spcPts val="2625"/>
              </a:lnSpc>
            </a:pPr>
            <a:r>
              <a:rPr lang="en-US" sz="2500" dirty="0">
                <a:cs typeface="Arial"/>
              </a:rPr>
              <a:t>(machine failures)</a:t>
            </a:r>
            <a:endParaRPr lang="en-US" dirty="0"/>
          </a:p>
        </p:txBody>
      </p:sp>
      <p:pic>
        <p:nvPicPr>
          <p:cNvPr id="11" name="Content Placeholder 37" descr="Gráfico de tendencia descendente con relleno sólido">
            <a:extLst>
              <a:ext uri="{FF2B5EF4-FFF2-40B4-BE49-F238E27FC236}">
                <a16:creationId xmlns:a16="http://schemas.microsoft.com/office/drawing/2014/main" id="{B7D39610-7F13-8AE6-D001-13D4DC4BBF6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flipH="1">
            <a:off x="5321871" y="4164343"/>
            <a:ext cx="914399" cy="85631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1E0F4D6-F23F-2393-BC85-5544572EBB15}"/>
              </a:ext>
            </a:extLst>
          </p:cNvPr>
          <p:cNvSpPr txBox="1"/>
          <p:nvPr/>
        </p:nvSpPr>
        <p:spPr>
          <a:xfrm>
            <a:off x="4560859" y="5020656"/>
            <a:ext cx="2436421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2500" dirty="0" err="1"/>
              <a:t>Predict</a:t>
            </a:r>
            <a:r>
              <a:rPr lang="es-ES" sz="2500" dirty="0"/>
              <a:t> </a:t>
            </a:r>
            <a:r>
              <a:rPr lang="es-ES" sz="2500" dirty="0" err="1"/>
              <a:t>values</a:t>
            </a:r>
            <a:endParaRPr lang="es-ES" sz="2500" dirty="0"/>
          </a:p>
          <a:p>
            <a:pPr algn="ctr"/>
            <a:r>
              <a:rPr lang="es-ES" sz="2500" dirty="0"/>
              <a:t>(</a:t>
            </a:r>
            <a:r>
              <a:rPr lang="es-ES" sz="2500" dirty="0" err="1"/>
              <a:t>market</a:t>
            </a:r>
            <a:r>
              <a:rPr lang="es-ES" sz="2500" dirty="0"/>
              <a:t> stock)</a:t>
            </a:r>
            <a:endParaRPr lang="en-US" dirty="0"/>
          </a:p>
        </p:txBody>
      </p:sp>
      <p:pic>
        <p:nvPicPr>
          <p:cNvPr id="20" name="Graphic 19" descr="Corazón con pulso con relleno sólido">
            <a:extLst>
              <a:ext uri="{FF2B5EF4-FFF2-40B4-BE49-F238E27FC236}">
                <a16:creationId xmlns:a16="http://schemas.microsoft.com/office/drawing/2014/main" id="{AA55D9AA-CE95-8427-F1C7-BB340C0310C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887327" y="2107072"/>
            <a:ext cx="914400" cy="9144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4FCEBDD-B7A7-6CC7-1CEF-7DD4024DC312}"/>
              </a:ext>
            </a:extLst>
          </p:cNvPr>
          <p:cNvSpPr txBox="1"/>
          <p:nvPr/>
        </p:nvSpPr>
        <p:spPr>
          <a:xfrm>
            <a:off x="7462991" y="3040663"/>
            <a:ext cx="3763072" cy="12464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2500" dirty="0"/>
              <a:t>Monitor</a:t>
            </a:r>
          </a:p>
          <a:p>
            <a:pPr algn="ctr"/>
            <a:r>
              <a:rPr lang="es-ES" sz="2500" dirty="0"/>
              <a:t>(</a:t>
            </a:r>
            <a:r>
              <a:rPr lang="es-ES" sz="2500" dirty="0" err="1"/>
              <a:t>patient’s</a:t>
            </a:r>
            <a:r>
              <a:rPr lang="es-ES" sz="2500" dirty="0"/>
              <a:t> </a:t>
            </a:r>
            <a:r>
              <a:rPr lang="es-ES" sz="2500" dirty="0" err="1"/>
              <a:t>evolution</a:t>
            </a:r>
            <a:r>
              <a:rPr lang="es-ES" sz="2500" dirty="0"/>
              <a:t> </a:t>
            </a:r>
            <a:r>
              <a:rPr lang="es-ES" sz="2500" dirty="0" err="1"/>
              <a:t>to</a:t>
            </a:r>
            <a:r>
              <a:rPr lang="es-ES" sz="2500" dirty="0"/>
              <a:t> medical </a:t>
            </a:r>
            <a:r>
              <a:rPr lang="es-ES" sz="2500" dirty="0" err="1"/>
              <a:t>treatment</a:t>
            </a:r>
            <a:r>
              <a:rPr lang="es-ES" sz="2500" dirty="0"/>
              <a:t>)</a:t>
            </a:r>
            <a:endParaRPr lang="en-US" dirty="0"/>
          </a:p>
        </p:txBody>
      </p:sp>
      <p:pic>
        <p:nvPicPr>
          <p:cNvPr id="31" name="Graphic 30" descr="Grupo con relleno sólido">
            <a:extLst>
              <a:ext uri="{FF2B5EF4-FFF2-40B4-BE49-F238E27FC236}">
                <a16:creationId xmlns:a16="http://schemas.microsoft.com/office/drawing/2014/main" id="{2AB29910-BD07-EA26-D7D5-87290776D2F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887327" y="4112547"/>
            <a:ext cx="914400" cy="9144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E5F3378D-8B8E-39E4-AF04-1406CF2B6A3D}"/>
              </a:ext>
            </a:extLst>
          </p:cNvPr>
          <p:cNvSpPr txBox="1"/>
          <p:nvPr/>
        </p:nvSpPr>
        <p:spPr>
          <a:xfrm>
            <a:off x="7594559" y="5020656"/>
            <a:ext cx="3499935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2500" dirty="0" err="1"/>
              <a:t>Manage</a:t>
            </a:r>
            <a:endParaRPr lang="es-ES" sz="2500" dirty="0"/>
          </a:p>
          <a:p>
            <a:pPr algn="ctr"/>
            <a:r>
              <a:rPr lang="es-ES" sz="2500" dirty="0"/>
              <a:t>(</a:t>
            </a:r>
            <a:r>
              <a:rPr lang="es-ES" sz="2500" dirty="0" err="1"/>
              <a:t>transport</a:t>
            </a:r>
            <a:r>
              <a:rPr lang="es-ES" sz="2500" dirty="0"/>
              <a:t>, </a:t>
            </a:r>
            <a:r>
              <a:rPr lang="es-ES" sz="2500" dirty="0" err="1"/>
              <a:t>inventory</a:t>
            </a:r>
            <a:r>
              <a:rPr lang="es-ES" sz="2500" dirty="0"/>
              <a:t>)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5036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884"/>
    </mc:Choice>
    <mc:Fallback xmlns="">
      <p:transition spd="slow" advTm="3188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8" grpId="0"/>
      <p:bldP spid="22" grpId="0"/>
      <p:bldP spid="32" grpId="0"/>
    </p:bldLst>
  </p:timing>
  <p:extLst>
    <p:ext uri="{3A86A75C-4F4B-4683-9AE1-C65F6400EC91}">
      <p14:laserTraceLst xmlns:p14="http://schemas.microsoft.com/office/powerpoint/2010/main">
        <p14:tracePtLst>
          <p14:tracePt t="14565" x="5173663" y="4951413"/>
          <p14:tracePt t="14570" x="5189538" y="4943475"/>
          <p14:tracePt t="14583" x="5199063" y="4935538"/>
          <p14:tracePt t="14602" x="5199063" y="4926013"/>
          <p14:tracePt t="14617" x="5189538" y="4910138"/>
          <p14:tracePt t="14634" x="5181600" y="4884738"/>
          <p14:tracePt t="14651" x="5199063" y="4832350"/>
          <p14:tracePt t="14667" x="5214938" y="4816475"/>
          <p14:tracePt t="14684" x="5249863" y="4781550"/>
          <p14:tracePt t="14763" x="5257800" y="4773613"/>
          <p14:tracePt t="14770" x="5265738" y="4773613"/>
          <p14:tracePt t="14784" x="5283200" y="4764088"/>
          <p14:tracePt t="14800" x="5318125" y="4748213"/>
          <p14:tracePt t="14817" x="5343525" y="4730750"/>
          <p14:tracePt t="14833" x="5351463" y="4722813"/>
          <p14:tracePt t="14850" x="5351463" y="4713288"/>
          <p14:tracePt t="14874" x="5351463" y="4705350"/>
          <p14:tracePt t="14894" x="5359400" y="4705350"/>
          <p14:tracePt t="14902" x="5359400" y="4697413"/>
          <p14:tracePt t="14917" x="5376863" y="4679950"/>
          <p14:tracePt t="14933" x="5394325" y="4679950"/>
          <p14:tracePt t="14950" x="5411788" y="4672013"/>
          <p14:tracePt t="14968" x="5419725" y="4672013"/>
          <p14:tracePt t="14984" x="5427663" y="4672013"/>
          <p14:tracePt t="15000" x="5437188" y="4672013"/>
          <p14:tracePt t="15017" x="5445125" y="4687888"/>
          <p14:tracePt t="15033" x="5453063" y="4713288"/>
          <p14:tracePt t="15050" x="5453063" y="4722813"/>
          <p14:tracePt t="15067" x="5462588" y="4738688"/>
          <p14:tracePt t="15083" x="5470525" y="4764088"/>
          <p14:tracePt t="15100" x="5478463" y="4764088"/>
          <p14:tracePt t="15117" x="5487988" y="4773613"/>
          <p14:tracePt t="15187" x="5487988" y="4781550"/>
          <p14:tracePt t="15194" x="5487988" y="4791075"/>
          <p14:tracePt t="15202" x="5487988" y="4799013"/>
          <p14:tracePt t="15217" x="5495925" y="4799013"/>
          <p14:tracePt t="15233" x="5495925" y="4832350"/>
          <p14:tracePt t="15250" x="5505450" y="4875213"/>
          <p14:tracePt t="15267" x="5505450" y="4884738"/>
          <p14:tracePt t="15382" x="5505450" y="4892675"/>
          <p14:tracePt t="15389" x="5505450" y="4910138"/>
          <p14:tracePt t="15400" x="5505450" y="4926013"/>
          <p14:tracePt t="15417" x="5487988" y="4960938"/>
          <p14:tracePt t="15434" x="5478463" y="4994275"/>
          <p14:tracePt t="15451" x="5462588" y="5019675"/>
          <p14:tracePt t="15467" x="5445125" y="5087938"/>
          <p14:tracePt t="15483" x="5411788" y="5164138"/>
          <p14:tracePt t="15501" x="5402263" y="5207000"/>
          <p14:tracePt t="15517" x="5402263" y="5224463"/>
          <p14:tracePt t="15534" x="5394325" y="5257800"/>
          <p14:tracePt t="15535" x="5394325" y="5267325"/>
          <p14:tracePt t="15551" x="5384800" y="5292725"/>
          <p14:tracePt t="15572" x="5384800" y="5300663"/>
          <p14:tracePt t="15584" x="5376863" y="5310188"/>
          <p14:tracePt t="15585" x="5376863" y="5326063"/>
          <p14:tracePt t="15601" x="5376863" y="5351463"/>
          <p14:tracePt t="15617" x="5368925" y="5368925"/>
          <p14:tracePt t="15634" x="5368925" y="5386388"/>
          <p14:tracePt t="15650" x="5368925" y="5394325"/>
          <p14:tracePt t="15669" x="5359400" y="5394325"/>
          <p14:tracePt t="15875" x="5359400" y="5402263"/>
          <p14:tracePt t="15880" x="5359400" y="5419725"/>
          <p14:tracePt t="15888" x="5359400" y="5437188"/>
          <p14:tracePt t="15901" x="5359400" y="5454650"/>
          <p14:tracePt t="15918" x="5368925" y="5495925"/>
          <p14:tracePt t="15933" x="5394325" y="5538788"/>
          <p14:tracePt t="15951" x="5419725" y="5573713"/>
          <p14:tracePt t="15967" x="5427663" y="5581650"/>
          <p14:tracePt t="16181" x="5427663" y="5589588"/>
          <p14:tracePt t="16199" x="5427663" y="5599113"/>
          <p14:tracePt t="16206" x="5437188" y="5599113"/>
          <p14:tracePt t="16216" x="5437188" y="5607050"/>
          <p14:tracePt t="16233" x="5470525" y="5614988"/>
          <p14:tracePt t="16250" x="5487988" y="5614988"/>
          <p14:tracePt t="16267" x="5513388" y="5624513"/>
          <p14:tracePt t="16283" x="5564188" y="5657850"/>
          <p14:tracePt t="16300" x="5640388" y="5718175"/>
          <p14:tracePt t="16317" x="5683250" y="5776913"/>
          <p14:tracePt t="16333" x="5734050" y="5819775"/>
          <p14:tracePt t="16350" x="5784850" y="5870575"/>
          <p14:tracePt t="16367" x="5819775" y="5913438"/>
          <p14:tracePt t="16384" x="5837238" y="5930900"/>
          <p14:tracePt t="16400" x="5837238" y="5948363"/>
          <p14:tracePt t="16481" x="5845175" y="5948363"/>
          <p14:tracePt t="16709" x="5853113" y="5948363"/>
          <p14:tracePt t="16717" x="5853113" y="5938838"/>
          <p14:tracePt t="16724" x="5862638" y="5938838"/>
          <p14:tracePt t="16734" x="5870575" y="5938838"/>
          <p14:tracePt t="16751" x="5878513" y="5930900"/>
          <p14:tracePt t="16768" x="5888038" y="5930900"/>
          <p14:tracePt t="16895" x="5888038" y="5921375"/>
          <p14:tracePt t="16900" x="5895975" y="5921375"/>
          <p14:tracePt t="16916" x="5895975" y="5905500"/>
          <p14:tracePt t="16933" x="5913438" y="5888038"/>
          <p14:tracePt t="16950" x="5929313" y="5880100"/>
          <p14:tracePt t="16986" x="5929313" y="5870575"/>
          <p14:tracePt t="17127" x="5938838" y="5870575"/>
          <p14:tracePt t="17166" x="5938838" y="5862638"/>
          <p14:tracePt t="17172" x="5956300" y="5854700"/>
          <p14:tracePt t="17183" x="5956300" y="5845175"/>
          <p14:tracePt t="17200" x="5964238" y="5837238"/>
          <p14:tracePt t="17381" x="5972175" y="5837238"/>
          <p14:tracePt t="17388" x="5972175" y="5827713"/>
          <p14:tracePt t="17408" x="5972175" y="5819775"/>
          <p14:tracePt t="17777" x="5972175" y="5811838"/>
          <p14:tracePt t="17789" x="5972175" y="5802313"/>
          <p14:tracePt t="19143" x="5981700" y="5802313"/>
          <p14:tracePt t="19150" x="5997575" y="5794375"/>
          <p14:tracePt t="19158" x="6022975" y="5786438"/>
          <p14:tracePt t="19167" x="6049963" y="5776913"/>
          <p14:tracePt t="19183" x="6134100" y="5776913"/>
          <p14:tracePt t="19200" x="6245225" y="5786438"/>
          <p14:tracePt t="19216" x="6354763" y="5837238"/>
          <p14:tracePt t="19233" x="6473825" y="5880100"/>
          <p14:tracePt t="19250" x="6542088" y="5921375"/>
          <p14:tracePt t="19267" x="6577013" y="5938838"/>
          <p14:tracePt t="19283" x="6584950" y="5948363"/>
        </p14:tracePtLst>
      </p14:laserTraceLst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DE7DD-5A15-8B73-1E1E-29FAD4551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2">
            <a:extLst>
              <a:ext uri="{FF2B5EF4-FFF2-40B4-BE49-F238E27FC236}">
                <a16:creationId xmlns:a16="http://schemas.microsoft.com/office/drawing/2014/main" id="{FC4A63D0-5D56-B100-B522-A8A3EA78130A}"/>
              </a:ext>
            </a:extLst>
          </p:cNvPr>
          <p:cNvSpPr txBox="1"/>
          <p:nvPr/>
        </p:nvSpPr>
        <p:spPr>
          <a:xfrm>
            <a:off x="4739457" y="2584097"/>
            <a:ext cx="499826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+mj-lt"/>
              </a:rPr>
              <a:t>Easy interpretation</a:t>
            </a:r>
          </a:p>
          <a:p>
            <a:pPr marL="285750" indent="-285750">
              <a:buFontTx/>
              <a:buChar char="-"/>
            </a:pPr>
            <a:endParaRPr lang="en-GB" sz="2000" dirty="0">
              <a:latin typeface="+mj-lt"/>
            </a:endParaRPr>
          </a:p>
          <a:p>
            <a:r>
              <a:rPr lang="en-GB" sz="2000" dirty="0">
                <a:latin typeface="+mj-lt"/>
              </a:rPr>
              <a:t>Support on non-expert analyst’s decisions</a:t>
            </a:r>
          </a:p>
          <a:p>
            <a:endParaRPr lang="en-GB" sz="2000" dirty="0">
              <a:latin typeface="+mj-lt"/>
            </a:endParaRPr>
          </a:p>
          <a:p>
            <a:r>
              <a:rPr lang="en-GB" sz="2000" dirty="0">
                <a:latin typeface="+mj-lt"/>
              </a:rPr>
              <a:t>Better findings’ communication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A6AA8AC-EDBE-69B8-3496-B8A6EC9C1CAF}"/>
              </a:ext>
            </a:extLst>
          </p:cNvPr>
          <p:cNvSpPr/>
          <p:nvPr/>
        </p:nvSpPr>
        <p:spPr>
          <a:xfrm>
            <a:off x="719137" y="-2846398"/>
            <a:ext cx="10753725" cy="3843728"/>
          </a:xfrm>
          <a:prstGeom prst="roundRect">
            <a:avLst>
              <a:gd name="adj" fmla="val 571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s-ES" sz="2800" b="1" dirty="0">
                <a:solidFill>
                  <a:schemeClr val="tx1"/>
                </a:solidFill>
                <a:latin typeface="+mj-lt"/>
              </a:rPr>
              <a:t>Time series | visual </a:t>
            </a:r>
            <a:r>
              <a:rPr lang="es-ES" sz="2800" b="1" dirty="0" err="1">
                <a:solidFill>
                  <a:schemeClr val="tx1"/>
                </a:solidFill>
                <a:latin typeface="+mj-lt"/>
              </a:rPr>
              <a:t>analytics</a:t>
            </a:r>
            <a:endParaRPr lang="es-ES" sz="28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F06CDE-FF65-944D-0363-441E041EC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6E274-3D30-4D47-98D0-0581248BD0B1}" type="slidenum">
              <a:rPr lang="es-ES" noProof="0" smtClean="0"/>
              <a:t>4</a:t>
            </a:fld>
            <a:endParaRPr lang="es-ES" noProof="0"/>
          </a:p>
        </p:txBody>
      </p:sp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95F926E5-B2DA-9FB9-4D0D-35D182302D0A}"/>
              </a:ext>
            </a:extLst>
          </p:cNvPr>
          <p:cNvGraphicFramePr/>
          <p:nvPr/>
        </p:nvGraphicFramePr>
        <p:xfrm>
          <a:off x="1657803" y="157282"/>
          <a:ext cx="9242297" cy="2107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5" name="Abrir llave 1">
            <a:extLst>
              <a:ext uri="{FF2B5EF4-FFF2-40B4-BE49-F238E27FC236}">
                <a16:creationId xmlns:a16="http://schemas.microsoft.com/office/drawing/2014/main" id="{222EC219-B5FF-31BD-507F-67F9EFEC6FA5}"/>
              </a:ext>
            </a:extLst>
          </p:cNvPr>
          <p:cNvSpPr/>
          <p:nvPr/>
        </p:nvSpPr>
        <p:spPr>
          <a:xfrm>
            <a:off x="4028445" y="2438400"/>
            <a:ext cx="358588" cy="184785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latin typeface="+mj-lt"/>
            </a:endParaRPr>
          </a:p>
        </p:txBody>
      </p:sp>
      <p:sp>
        <p:nvSpPr>
          <p:cNvPr id="8" name="Rectángulo 4">
            <a:extLst>
              <a:ext uri="{FF2B5EF4-FFF2-40B4-BE49-F238E27FC236}">
                <a16:creationId xmlns:a16="http://schemas.microsoft.com/office/drawing/2014/main" id="{A44685E2-21A9-46A3-F01D-D5353B74AA42}"/>
              </a:ext>
            </a:extLst>
          </p:cNvPr>
          <p:cNvSpPr/>
          <p:nvPr/>
        </p:nvSpPr>
        <p:spPr>
          <a:xfrm>
            <a:off x="739991" y="3176275"/>
            <a:ext cx="32884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+mj-lt"/>
              </a:rPr>
              <a:t>Time series Visual </a:t>
            </a:r>
            <a:r>
              <a:rPr lang="en-GB" dirty="0" err="1">
                <a:latin typeface="+mj-lt"/>
              </a:rPr>
              <a:t>Analitics</a:t>
            </a:r>
            <a:endParaRPr lang="en-GB" dirty="0">
              <a:latin typeface="+mj-lt"/>
            </a:endParaRPr>
          </a:p>
        </p:txBody>
      </p:sp>
      <p:pic>
        <p:nvPicPr>
          <p:cNvPr id="23" name="Graphic 22" descr="Magnifying glass with solid fill">
            <a:extLst>
              <a:ext uri="{FF2B5EF4-FFF2-40B4-BE49-F238E27FC236}">
                <a16:creationId xmlns:a16="http://schemas.microsoft.com/office/drawing/2014/main" id="{1D10AE82-3FA5-521B-E3B3-B41D1942871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87033" y="2584097"/>
            <a:ext cx="329849" cy="329849"/>
          </a:xfrm>
          <a:prstGeom prst="rect">
            <a:avLst/>
          </a:prstGeom>
        </p:spPr>
      </p:pic>
      <p:pic>
        <p:nvPicPr>
          <p:cNvPr id="25" name="Graphic 24" descr="Fork In Road with solid fill">
            <a:extLst>
              <a:ext uri="{FF2B5EF4-FFF2-40B4-BE49-F238E27FC236}">
                <a16:creationId xmlns:a16="http://schemas.microsoft.com/office/drawing/2014/main" id="{4BA92C0C-DF0D-EE0C-9556-EB3D7F78444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80869" y="3281966"/>
            <a:ext cx="358588" cy="358588"/>
          </a:xfrm>
          <a:prstGeom prst="rect">
            <a:avLst/>
          </a:prstGeom>
        </p:spPr>
      </p:pic>
      <p:pic>
        <p:nvPicPr>
          <p:cNvPr id="27" name="Graphic 26" descr="Board Of Directors with solid fill">
            <a:extLst>
              <a:ext uri="{FF2B5EF4-FFF2-40B4-BE49-F238E27FC236}">
                <a16:creationId xmlns:a16="http://schemas.microsoft.com/office/drawing/2014/main" id="{3D0A82D9-83A5-4459-F99C-BBFB2CA99D8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380869" y="3821716"/>
            <a:ext cx="358588" cy="35858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03839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312"/>
    </mc:Choice>
    <mc:Fallback xmlns="">
      <p:transition spd="slow" advTm="1231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BCB60-21E4-EBD3-50F7-441CE597E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D67383C-6510-19A8-7570-D82C9ECA2B56}"/>
              </a:ext>
            </a:extLst>
          </p:cNvPr>
          <p:cNvSpPr/>
          <p:nvPr/>
        </p:nvSpPr>
        <p:spPr>
          <a:xfrm>
            <a:off x="-498606" y="1255220"/>
            <a:ext cx="13189209" cy="5946229"/>
          </a:xfrm>
          <a:prstGeom prst="roundRect">
            <a:avLst>
              <a:gd name="adj" fmla="val 5714"/>
            </a:avLst>
          </a:prstGeom>
          <a:solidFill>
            <a:srgbClr val="F5F8F9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E54C3757-2918-342C-813E-A434D83F21A7}"/>
              </a:ext>
            </a:extLst>
          </p:cNvPr>
          <p:cNvSpPr/>
          <p:nvPr/>
        </p:nvSpPr>
        <p:spPr>
          <a:xfrm>
            <a:off x="8549899" y="1581350"/>
            <a:ext cx="3425992" cy="5946229"/>
          </a:xfrm>
          <a:prstGeom prst="roundRect">
            <a:avLst>
              <a:gd name="adj" fmla="val 5714"/>
            </a:avLst>
          </a:prstGeom>
          <a:solidFill>
            <a:srgbClr val="F5F8F9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s-ES" sz="2200" dirty="0">
                <a:solidFill>
                  <a:schemeClr val="tx1"/>
                </a:solidFill>
                <a:latin typeface="+mj-lt"/>
              </a:rPr>
              <a:t>Look </a:t>
            </a:r>
            <a:r>
              <a:rPr lang="es-ES" sz="2200" dirty="0" err="1">
                <a:solidFill>
                  <a:schemeClr val="tx1"/>
                </a:solidFill>
                <a:latin typeface="+mj-lt"/>
              </a:rPr>
              <a:t>for</a:t>
            </a:r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87610AC-A95A-4981-1B52-AE25B14D4002}"/>
              </a:ext>
            </a:extLst>
          </p:cNvPr>
          <p:cNvSpPr/>
          <p:nvPr/>
        </p:nvSpPr>
        <p:spPr>
          <a:xfrm>
            <a:off x="902090" y="-2869258"/>
            <a:ext cx="10753725" cy="3843728"/>
          </a:xfrm>
          <a:prstGeom prst="roundRect">
            <a:avLst>
              <a:gd name="adj" fmla="val 571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s-ES" sz="2800" b="1" dirty="0" err="1">
                <a:solidFill>
                  <a:schemeClr val="tx1"/>
                </a:solidFill>
                <a:latin typeface="+mj-lt"/>
              </a:rPr>
              <a:t>Goal</a:t>
            </a:r>
            <a:endParaRPr lang="es-ES" sz="28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BD4E7-FD16-3850-46E8-29B500482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6E274-3D30-4D47-98D0-0581248BD0B1}" type="slidenum">
              <a:rPr lang="es-ES" noProof="0" smtClean="0"/>
              <a:t>5</a:t>
            </a:fld>
            <a:endParaRPr lang="es-ES" noProof="0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631BA38E-409E-8818-C013-78AEA0C5C059}"/>
              </a:ext>
            </a:extLst>
          </p:cNvPr>
          <p:cNvSpPr/>
          <p:nvPr/>
        </p:nvSpPr>
        <p:spPr>
          <a:xfrm>
            <a:off x="620892" y="1581350"/>
            <a:ext cx="3425992" cy="5946229"/>
          </a:xfrm>
          <a:prstGeom prst="roundRect">
            <a:avLst>
              <a:gd name="adj" fmla="val 5714"/>
            </a:avLst>
          </a:prstGeom>
          <a:solidFill>
            <a:srgbClr val="F5F8F9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s-ES" sz="2200" dirty="0" err="1">
                <a:solidFill>
                  <a:schemeClr val="tx1"/>
                </a:solidFill>
                <a:latin typeface="+mj-lt"/>
              </a:rPr>
              <a:t>Got</a:t>
            </a:r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A048D91-99E9-71FD-AA61-C93F94F35D5F}"/>
              </a:ext>
            </a:extLst>
          </p:cNvPr>
          <p:cNvGrpSpPr/>
          <p:nvPr/>
        </p:nvGrpSpPr>
        <p:grpSpPr>
          <a:xfrm>
            <a:off x="1308710" y="2554698"/>
            <a:ext cx="1967439" cy="1011436"/>
            <a:chOff x="2075167" y="2534072"/>
            <a:chExt cx="1967439" cy="1011436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14883FC-071A-D747-70DD-E2543D708C20}"/>
                </a:ext>
              </a:extLst>
            </p:cNvPr>
            <p:cNvSpPr/>
            <p:nvPr/>
          </p:nvSpPr>
          <p:spPr>
            <a:xfrm>
              <a:off x="2075167" y="2534072"/>
              <a:ext cx="1967439" cy="1011436"/>
            </a:xfrm>
            <a:custGeom>
              <a:avLst/>
              <a:gdLst>
                <a:gd name="connsiteX0" fmla="*/ 544307 w 1967439"/>
                <a:gd name="connsiteY0" fmla="*/ 35856 h 1011436"/>
                <a:gd name="connsiteX1" fmla="*/ 99882 w 1967439"/>
                <a:gd name="connsiteY1" fmla="*/ 343837 h 1011436"/>
                <a:gd name="connsiteX2" fmla="*/ 99882 w 1967439"/>
                <a:gd name="connsiteY2" fmla="*/ 784909 h 1011436"/>
                <a:gd name="connsiteX3" fmla="*/ 277377 w 1967439"/>
                <a:gd name="connsiteY3" fmla="*/ 962404 h 1011436"/>
                <a:gd name="connsiteX4" fmla="*/ 772541 w 1967439"/>
                <a:gd name="connsiteY4" fmla="*/ 628302 h 1011436"/>
                <a:gd name="connsiteX5" fmla="*/ 772541 w 1967439"/>
                <a:gd name="connsiteY5" fmla="*/ 645044 h 1011436"/>
                <a:gd name="connsiteX6" fmla="*/ 817605 w 1967439"/>
                <a:gd name="connsiteY6" fmla="*/ 645044 h 1011436"/>
                <a:gd name="connsiteX7" fmla="*/ 327728 w 1967439"/>
                <a:gd name="connsiteY7" fmla="*/ 975579 h 1011436"/>
                <a:gd name="connsiteX8" fmla="*/ 1423935 w 1967439"/>
                <a:gd name="connsiteY8" fmla="*/ 975579 h 1011436"/>
                <a:gd name="connsiteX9" fmla="*/ 1868360 w 1967439"/>
                <a:gd name="connsiteY9" fmla="*/ 667598 h 1011436"/>
                <a:gd name="connsiteX10" fmla="*/ 1868360 w 1967439"/>
                <a:gd name="connsiteY10" fmla="*/ 226526 h 1011436"/>
                <a:gd name="connsiteX11" fmla="*/ 1694924 w 1967439"/>
                <a:gd name="connsiteY11" fmla="*/ 53090 h 1011436"/>
                <a:gd name="connsiteX12" fmla="*/ 1120328 w 1967439"/>
                <a:gd name="connsiteY12" fmla="*/ 440788 h 1011436"/>
                <a:gd name="connsiteX13" fmla="*/ 1050451 w 1967439"/>
                <a:gd name="connsiteY13" fmla="*/ 440788 h 1011436"/>
                <a:gd name="connsiteX14" fmla="*/ 1650589 w 1967439"/>
                <a:gd name="connsiteY14" fmla="*/ 35856 h 1011436"/>
                <a:gd name="connsiteX15" fmla="*/ 415649 w 1967439"/>
                <a:gd name="connsiteY15" fmla="*/ 0 h 1011436"/>
                <a:gd name="connsiteX16" fmla="*/ 1805418 w 1967439"/>
                <a:gd name="connsiteY16" fmla="*/ 0 h 1011436"/>
                <a:gd name="connsiteX17" fmla="*/ 1967439 w 1967439"/>
                <a:gd name="connsiteY17" fmla="*/ 149704 h 1011436"/>
                <a:gd name="connsiteX18" fmla="*/ 1967439 w 1967439"/>
                <a:gd name="connsiteY18" fmla="*/ 734223 h 1011436"/>
                <a:gd name="connsiteX19" fmla="*/ 1567412 w 1967439"/>
                <a:gd name="connsiteY19" fmla="*/ 1011436 h 1011436"/>
                <a:gd name="connsiteX20" fmla="*/ 176031 w 1967439"/>
                <a:gd name="connsiteY20" fmla="*/ 1011436 h 1011436"/>
                <a:gd name="connsiteX21" fmla="*/ 0 w 1967439"/>
                <a:gd name="connsiteY21" fmla="*/ 837823 h 1011436"/>
                <a:gd name="connsiteX22" fmla="*/ 0 w 1967439"/>
                <a:gd name="connsiteY22" fmla="*/ 288040 h 1011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967439" h="1011436">
                  <a:moveTo>
                    <a:pt x="544307" y="35856"/>
                  </a:moveTo>
                  <a:lnTo>
                    <a:pt x="99882" y="343837"/>
                  </a:lnTo>
                  <a:lnTo>
                    <a:pt x="99882" y="784909"/>
                  </a:lnTo>
                  <a:lnTo>
                    <a:pt x="277377" y="962404"/>
                  </a:lnTo>
                  <a:lnTo>
                    <a:pt x="772541" y="628302"/>
                  </a:lnTo>
                  <a:lnTo>
                    <a:pt x="772541" y="645044"/>
                  </a:lnTo>
                  <a:lnTo>
                    <a:pt x="817605" y="645044"/>
                  </a:lnTo>
                  <a:lnTo>
                    <a:pt x="327728" y="975579"/>
                  </a:lnTo>
                  <a:lnTo>
                    <a:pt x="1423935" y="975579"/>
                  </a:lnTo>
                  <a:lnTo>
                    <a:pt x="1868360" y="667598"/>
                  </a:lnTo>
                  <a:lnTo>
                    <a:pt x="1868360" y="226526"/>
                  </a:lnTo>
                  <a:lnTo>
                    <a:pt x="1694924" y="53090"/>
                  </a:lnTo>
                  <a:lnTo>
                    <a:pt x="1120328" y="440788"/>
                  </a:lnTo>
                  <a:lnTo>
                    <a:pt x="1050451" y="440788"/>
                  </a:lnTo>
                  <a:lnTo>
                    <a:pt x="1650589" y="35856"/>
                  </a:lnTo>
                  <a:close/>
                  <a:moveTo>
                    <a:pt x="415649" y="0"/>
                  </a:moveTo>
                  <a:lnTo>
                    <a:pt x="1805418" y="0"/>
                  </a:lnTo>
                  <a:lnTo>
                    <a:pt x="1967439" y="149704"/>
                  </a:lnTo>
                  <a:lnTo>
                    <a:pt x="1967439" y="734223"/>
                  </a:lnTo>
                  <a:lnTo>
                    <a:pt x="1567412" y="1011436"/>
                  </a:lnTo>
                  <a:lnTo>
                    <a:pt x="176031" y="1011436"/>
                  </a:lnTo>
                  <a:lnTo>
                    <a:pt x="0" y="837823"/>
                  </a:lnTo>
                  <a:lnTo>
                    <a:pt x="0" y="288040"/>
                  </a:lnTo>
                  <a:close/>
                </a:path>
              </a:pathLst>
            </a:custGeom>
            <a:solidFill>
              <a:schemeClr val="accent5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5479DFD-D26B-71BD-730F-F0C4A873DA43}"/>
                </a:ext>
              </a:extLst>
            </p:cNvPr>
            <p:cNvSpPr/>
            <p:nvPr/>
          </p:nvSpPr>
          <p:spPr>
            <a:xfrm rot="10800000">
              <a:off x="2382382" y="2569928"/>
              <a:ext cx="1561703" cy="939723"/>
            </a:xfrm>
            <a:custGeom>
              <a:avLst/>
              <a:gdLst>
                <a:gd name="connsiteX0" fmla="*/ 205655 w 1561703"/>
                <a:gd name="connsiteY0" fmla="*/ 939723 h 939723"/>
                <a:gd name="connsiteX1" fmla="*/ 190670 w 1561703"/>
                <a:gd name="connsiteY1" fmla="*/ 939723 h 939723"/>
                <a:gd name="connsiteX2" fmla="*/ 0 w 1561703"/>
                <a:gd name="connsiteY2" fmla="*/ 749053 h 939723"/>
                <a:gd name="connsiteX3" fmla="*/ 0 w 1561703"/>
                <a:gd name="connsiteY3" fmla="*/ 307981 h 939723"/>
                <a:gd name="connsiteX4" fmla="*/ 444425 w 1561703"/>
                <a:gd name="connsiteY4" fmla="*/ 0 h 939723"/>
                <a:gd name="connsiteX5" fmla="*/ 1561703 w 1561703"/>
                <a:gd name="connsiteY5" fmla="*/ 0 h 939723"/>
                <a:gd name="connsiteX6" fmla="*/ 1084733 w 1561703"/>
                <a:gd name="connsiteY6" fmla="*/ 330535 h 939723"/>
                <a:gd name="connsiteX7" fmla="*/ 707509 w 1561703"/>
                <a:gd name="connsiteY7" fmla="*/ 330535 h 939723"/>
                <a:gd name="connsiteX8" fmla="*/ 673466 w 1561703"/>
                <a:gd name="connsiteY8" fmla="*/ 364578 h 939723"/>
                <a:gd name="connsiteX9" fmla="*/ 673466 w 1561703"/>
                <a:gd name="connsiteY9" fmla="*/ 364578 h 939723"/>
                <a:gd name="connsiteX10" fmla="*/ 673465 w 1561703"/>
                <a:gd name="connsiteY10" fmla="*/ 364578 h 939723"/>
                <a:gd name="connsiteX11" fmla="*/ 673465 w 1561703"/>
                <a:gd name="connsiteY11" fmla="*/ 534791 h 939723"/>
                <a:gd name="connsiteX12" fmla="*/ 789985 w 1561703"/>
                <a:gd name="connsiteY12" fmla="*/ 534791 h 939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61703" h="939723">
                  <a:moveTo>
                    <a:pt x="205655" y="939723"/>
                  </a:moveTo>
                  <a:lnTo>
                    <a:pt x="190670" y="939723"/>
                  </a:lnTo>
                  <a:lnTo>
                    <a:pt x="0" y="749053"/>
                  </a:lnTo>
                  <a:lnTo>
                    <a:pt x="0" y="307981"/>
                  </a:lnTo>
                  <a:lnTo>
                    <a:pt x="444425" y="0"/>
                  </a:lnTo>
                  <a:lnTo>
                    <a:pt x="1561703" y="0"/>
                  </a:lnTo>
                  <a:lnTo>
                    <a:pt x="1084733" y="330535"/>
                  </a:lnTo>
                  <a:lnTo>
                    <a:pt x="707509" y="330535"/>
                  </a:lnTo>
                  <a:lnTo>
                    <a:pt x="673466" y="364578"/>
                  </a:lnTo>
                  <a:lnTo>
                    <a:pt x="673466" y="364578"/>
                  </a:lnTo>
                  <a:lnTo>
                    <a:pt x="673465" y="364578"/>
                  </a:lnTo>
                  <a:lnTo>
                    <a:pt x="673465" y="534791"/>
                  </a:lnTo>
                  <a:lnTo>
                    <a:pt x="789985" y="534791"/>
                  </a:lnTo>
                  <a:close/>
                </a:path>
              </a:pathLst>
            </a:custGeom>
            <a:solidFill>
              <a:srgbClr val="E6D0D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E5B7D27-6D9E-45FE-1ACD-733B674C0999}"/>
                </a:ext>
              </a:extLst>
            </p:cNvPr>
            <p:cNvSpPr txBox="1"/>
            <p:nvPr/>
          </p:nvSpPr>
          <p:spPr>
            <a:xfrm>
              <a:off x="3058886" y="3149452"/>
              <a:ext cx="5619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sz="1800" b="1" noProof="0"/>
                <a:t>DL</a:t>
              </a:r>
              <a:endParaRPr lang="es-ES" b="1" noProof="0"/>
            </a:p>
          </p:txBody>
        </p:sp>
      </p:grp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B4D4F81A-1DB4-8D84-FD3A-77F0F28E740A}"/>
              </a:ext>
            </a:extLst>
          </p:cNvPr>
          <p:cNvSpPr txBox="1">
            <a:spLocks/>
          </p:cNvSpPr>
          <p:nvPr/>
        </p:nvSpPr>
        <p:spPr>
          <a:xfrm>
            <a:off x="-140528" y="4100113"/>
            <a:ext cx="4865914" cy="21725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800" dirty="0" err="1"/>
              <a:t>Scalability</a:t>
            </a:r>
            <a:r>
              <a:rPr lang="es-ES" sz="1800" dirty="0"/>
              <a:t> </a:t>
            </a:r>
            <a:r>
              <a:rPr lang="es-ES" sz="1800" dirty="0" err="1"/>
              <a:t>issues</a:t>
            </a:r>
            <a:endParaRPr lang="es-ES" sz="1800" dirty="0"/>
          </a:p>
          <a:p>
            <a:pPr marL="0" indent="0" algn="ctr">
              <a:buNone/>
            </a:pPr>
            <a:r>
              <a:rPr lang="es-ES" sz="1800" dirty="0"/>
              <a:t>(</a:t>
            </a:r>
            <a:r>
              <a:rPr lang="es-ES" sz="1800" dirty="0" err="1"/>
              <a:t>sometimes</a:t>
            </a:r>
            <a:r>
              <a:rPr lang="es-ES" sz="1800" dirty="0"/>
              <a:t>) </a:t>
            </a:r>
            <a:r>
              <a:rPr lang="es-ES" sz="1800" dirty="0" err="1"/>
              <a:t>difficult</a:t>
            </a:r>
            <a:r>
              <a:rPr lang="es-ES" sz="1800" dirty="0"/>
              <a:t> </a:t>
            </a:r>
            <a:r>
              <a:rPr lang="es-ES" sz="1800" dirty="0" err="1"/>
              <a:t>to</a:t>
            </a:r>
            <a:r>
              <a:rPr lang="es-ES" sz="1800" dirty="0"/>
              <a:t> </a:t>
            </a:r>
            <a:r>
              <a:rPr lang="es-ES" sz="1800" dirty="0" err="1"/>
              <a:t>interpret</a:t>
            </a:r>
            <a:endParaRPr lang="es-ES" sz="1800" dirty="0"/>
          </a:p>
          <a:p>
            <a:pPr marL="0" indent="0" algn="ctr">
              <a:buNone/>
            </a:pPr>
            <a:r>
              <a:rPr lang="es-ES" sz="1800" dirty="0" err="1"/>
              <a:t>Memmory</a:t>
            </a:r>
            <a:r>
              <a:rPr lang="es-ES" sz="1800" dirty="0"/>
              <a:t> and time intensive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3615EECC-6206-94F7-E7C6-948B2B2A7183}"/>
              </a:ext>
            </a:extLst>
          </p:cNvPr>
          <p:cNvGrpSpPr/>
          <p:nvPr/>
        </p:nvGrpSpPr>
        <p:grpSpPr>
          <a:xfrm>
            <a:off x="4453697" y="1581350"/>
            <a:ext cx="3596301" cy="5946229"/>
            <a:chOff x="4453697" y="1581350"/>
            <a:chExt cx="3596301" cy="5946229"/>
          </a:xfrm>
        </p:grpSpPr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7AD2DCFF-CCBA-84E6-CAFD-4FB149BD5390}"/>
                </a:ext>
              </a:extLst>
            </p:cNvPr>
            <p:cNvSpPr/>
            <p:nvPr/>
          </p:nvSpPr>
          <p:spPr>
            <a:xfrm>
              <a:off x="4569798" y="1581350"/>
              <a:ext cx="3425992" cy="5946229"/>
            </a:xfrm>
            <a:prstGeom prst="roundRect">
              <a:avLst>
                <a:gd name="adj" fmla="val 5714"/>
              </a:avLst>
            </a:prstGeom>
            <a:solidFill>
              <a:srgbClr val="F5F8F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3000" dirty="0">
                <a:solidFill>
                  <a:schemeClr val="tx1"/>
                </a:solidFill>
                <a:latin typeface="+mj-lt"/>
              </a:endParaRPr>
            </a:p>
            <a:p>
              <a:pPr algn="ctr"/>
              <a:endParaRPr lang="es-ES" sz="3000" dirty="0">
                <a:solidFill>
                  <a:schemeClr val="tx1"/>
                </a:solidFill>
                <a:latin typeface="+mj-lt"/>
              </a:endParaRPr>
            </a:p>
            <a:p>
              <a:pPr algn="ctr"/>
              <a:endParaRPr lang="es-ES" sz="3000" dirty="0">
                <a:solidFill>
                  <a:schemeClr val="tx1"/>
                </a:solidFill>
                <a:latin typeface="+mj-lt"/>
              </a:endParaRPr>
            </a:p>
            <a:p>
              <a:pPr algn="ctr"/>
              <a:endParaRPr lang="es-ES" sz="3000" dirty="0">
                <a:solidFill>
                  <a:schemeClr val="tx1"/>
                </a:solidFill>
                <a:latin typeface="+mj-lt"/>
              </a:endParaRPr>
            </a:p>
            <a:p>
              <a:pPr algn="ctr"/>
              <a:endParaRPr lang="es-ES" sz="3000" dirty="0">
                <a:solidFill>
                  <a:schemeClr val="tx1"/>
                </a:solidFill>
                <a:latin typeface="+mj-lt"/>
              </a:endParaRPr>
            </a:p>
            <a:p>
              <a:pPr algn="ctr"/>
              <a:endParaRPr lang="es-ES" sz="3000" dirty="0">
                <a:solidFill>
                  <a:schemeClr val="tx1"/>
                </a:solidFill>
                <a:latin typeface="+mj-lt"/>
              </a:endParaRPr>
            </a:p>
            <a:p>
              <a:pPr algn="ctr"/>
              <a:r>
                <a:rPr lang="es-ES" sz="2200" dirty="0" err="1">
                  <a:solidFill>
                    <a:schemeClr val="tx1"/>
                  </a:solidFill>
                  <a:latin typeface="+mj-lt"/>
                </a:rPr>
                <a:t>Exist</a:t>
              </a:r>
              <a:endParaRPr lang="es-ES" sz="2200" dirty="0">
                <a:solidFill>
                  <a:schemeClr val="tx1"/>
                </a:solidFill>
                <a:latin typeface="+mj-lt"/>
              </a:endParaRPr>
            </a:p>
            <a:p>
              <a:pPr algn="ctr"/>
              <a:endParaRPr lang="es-ES" sz="2200" dirty="0">
                <a:solidFill>
                  <a:schemeClr val="tx1"/>
                </a:solidFill>
                <a:latin typeface="+mj-lt"/>
              </a:endParaRPr>
            </a:p>
            <a:p>
              <a:pPr algn="ctr"/>
              <a:endParaRPr lang="es-ES" sz="2200" dirty="0">
                <a:solidFill>
                  <a:schemeClr val="tx1"/>
                </a:solidFill>
                <a:latin typeface="+mj-lt"/>
              </a:endParaRPr>
            </a:p>
            <a:p>
              <a:pPr algn="ctr"/>
              <a:endParaRPr lang="es-ES" sz="2200" dirty="0">
                <a:solidFill>
                  <a:schemeClr val="tx1"/>
                </a:solidFill>
                <a:latin typeface="+mj-lt"/>
              </a:endParaRPr>
            </a:p>
            <a:p>
              <a:pPr algn="ctr"/>
              <a:endParaRPr lang="es-ES" sz="2200" dirty="0">
                <a:solidFill>
                  <a:schemeClr val="tx1"/>
                </a:solidFill>
                <a:latin typeface="+mj-lt"/>
              </a:endParaRPr>
            </a:p>
            <a:p>
              <a:pPr algn="ctr"/>
              <a:endParaRPr lang="es-ES" sz="2200" dirty="0">
                <a:solidFill>
                  <a:schemeClr val="tx1"/>
                </a:solidFill>
                <a:latin typeface="+mj-lt"/>
              </a:endParaRPr>
            </a:p>
            <a:p>
              <a:pPr algn="ctr"/>
              <a:endParaRPr lang="es-ES" sz="2200" dirty="0">
                <a:solidFill>
                  <a:schemeClr val="tx1"/>
                </a:solidFill>
                <a:latin typeface="+mj-lt"/>
              </a:endParaRPr>
            </a:p>
            <a:p>
              <a:pPr algn="ctr"/>
              <a:endParaRPr lang="es-ES" sz="2200" dirty="0">
                <a:solidFill>
                  <a:schemeClr val="tx1"/>
                </a:solidFill>
                <a:latin typeface="+mj-lt"/>
              </a:endParaRPr>
            </a:p>
            <a:p>
              <a:pPr algn="ctr"/>
              <a:endParaRPr lang="es-ES" sz="2200" dirty="0">
                <a:solidFill>
                  <a:schemeClr val="tx1"/>
                </a:solidFill>
                <a:latin typeface="+mj-lt"/>
              </a:endParaRPr>
            </a:p>
            <a:p>
              <a:pPr algn="ctr"/>
              <a:endParaRPr lang="es-ES" sz="2200" dirty="0">
                <a:solidFill>
                  <a:schemeClr val="tx1"/>
                </a:solidFill>
                <a:latin typeface="+mj-lt"/>
              </a:endParaRPr>
            </a:p>
            <a:p>
              <a:pPr algn="ctr"/>
              <a:endParaRPr lang="es-ES" sz="2200" dirty="0">
                <a:solidFill>
                  <a:schemeClr val="tx1"/>
                </a:solidFill>
                <a:latin typeface="+mj-lt"/>
              </a:endParaRPr>
            </a:p>
            <a:p>
              <a:pPr algn="ctr"/>
              <a:endParaRPr lang="es-ES" sz="2200" dirty="0">
                <a:solidFill>
                  <a:schemeClr val="tx1"/>
                </a:solidFill>
                <a:latin typeface="+mj-lt"/>
              </a:endParaRPr>
            </a:p>
            <a:p>
              <a:pPr algn="ctr"/>
              <a:endParaRPr lang="es-ES" sz="2200" dirty="0">
                <a:solidFill>
                  <a:schemeClr val="tx1"/>
                </a:solidFill>
                <a:latin typeface="+mj-lt"/>
              </a:endParaRPr>
            </a:p>
            <a:p>
              <a:pPr algn="ctr"/>
              <a:endParaRPr lang="es-ES" sz="2200" dirty="0">
                <a:solidFill>
                  <a:schemeClr val="tx1"/>
                </a:solidFill>
                <a:latin typeface="+mj-lt"/>
              </a:endParaRPr>
            </a:p>
            <a:p>
              <a:pPr algn="ctr"/>
              <a:endParaRPr lang="es-ES" sz="2200" dirty="0">
                <a:solidFill>
                  <a:schemeClr val="tx1"/>
                </a:solidFill>
                <a:latin typeface="+mj-lt"/>
              </a:endParaRPr>
            </a:p>
            <a:p>
              <a:pPr algn="ctr"/>
              <a:endParaRPr lang="es-ES" sz="2200" dirty="0">
                <a:solidFill>
                  <a:schemeClr val="tx1"/>
                </a:solidFill>
                <a:latin typeface="+mj-lt"/>
              </a:endParaRPr>
            </a:p>
            <a:p>
              <a:pPr algn="ctr"/>
              <a:endParaRPr lang="es-ES" sz="2200" dirty="0">
                <a:solidFill>
                  <a:schemeClr val="tx1"/>
                </a:solidFill>
                <a:latin typeface="+mj-lt"/>
              </a:endParaRPr>
            </a:p>
            <a:p>
              <a:pPr algn="ctr"/>
              <a:endParaRPr lang="es-ES" sz="2200" dirty="0">
                <a:solidFill>
                  <a:schemeClr val="tx1"/>
                </a:solidFill>
                <a:latin typeface="+mj-lt"/>
              </a:endParaRPr>
            </a:p>
            <a:p>
              <a:pPr algn="ctr"/>
              <a:endParaRPr lang="es-ES" sz="2200" dirty="0">
                <a:solidFill>
                  <a:schemeClr val="tx1"/>
                </a:solidFill>
                <a:latin typeface="+mj-lt"/>
              </a:endParaRPr>
            </a:p>
            <a:p>
              <a:pPr algn="ctr"/>
              <a:endParaRPr lang="es-ES" sz="2200" dirty="0">
                <a:solidFill>
                  <a:schemeClr val="tx1"/>
                </a:solidFill>
                <a:latin typeface="+mj-lt"/>
              </a:endParaRPr>
            </a:p>
            <a:p>
              <a:pPr algn="ctr"/>
              <a:endParaRPr lang="es-ES" sz="2200" dirty="0">
                <a:solidFill>
                  <a:schemeClr val="tx1"/>
                </a:solidFill>
                <a:latin typeface="+mj-lt"/>
              </a:endParaRPr>
            </a:p>
            <a:p>
              <a:pPr algn="ctr"/>
              <a:endParaRPr lang="es-ES" sz="2200" dirty="0">
                <a:solidFill>
                  <a:schemeClr val="tx1"/>
                </a:solidFill>
                <a:latin typeface="+mj-lt"/>
              </a:endParaRPr>
            </a:p>
            <a:p>
              <a:pPr algn="ctr"/>
              <a:endParaRPr lang="es-ES" sz="2200" dirty="0">
                <a:solidFill>
                  <a:schemeClr val="tx1"/>
                </a:solidFill>
                <a:latin typeface="+mj-lt"/>
              </a:endParaRPr>
            </a:p>
            <a:p>
              <a:pPr algn="ctr"/>
              <a:endParaRPr lang="es-ES" sz="2200" dirty="0">
                <a:solidFill>
                  <a:schemeClr val="tx1"/>
                </a:solidFill>
                <a:latin typeface="+mj-lt"/>
              </a:endParaRPr>
            </a:p>
            <a:p>
              <a:pPr algn="ctr"/>
              <a:endParaRPr lang="es-ES" sz="2200" dirty="0">
                <a:solidFill>
                  <a:schemeClr val="tx1"/>
                </a:solidFill>
                <a:latin typeface="+mj-lt"/>
              </a:endParaRPr>
            </a:p>
            <a:p>
              <a:pPr algn="ctr"/>
              <a:endParaRPr lang="es-ES" sz="2200" dirty="0">
                <a:solidFill>
                  <a:schemeClr val="tx1"/>
                </a:solidFill>
                <a:latin typeface="+mj-lt"/>
              </a:endParaRPr>
            </a:p>
            <a:p>
              <a:pPr algn="ctr"/>
              <a:endParaRPr lang="es-ES" sz="2200" dirty="0">
                <a:solidFill>
                  <a:schemeClr val="tx1"/>
                </a:solidFill>
                <a:latin typeface="+mj-lt"/>
              </a:endParaRPr>
            </a:p>
            <a:p>
              <a:pPr algn="ctr"/>
              <a:endParaRPr lang="es-ES" sz="2200" dirty="0">
                <a:solidFill>
                  <a:schemeClr val="tx1"/>
                </a:solidFill>
                <a:latin typeface="+mj-lt"/>
              </a:endParaRPr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168E96CF-A4B8-8826-6B45-3C59802CC64A}"/>
                </a:ext>
              </a:extLst>
            </p:cNvPr>
            <p:cNvGrpSpPr/>
            <p:nvPr/>
          </p:nvGrpSpPr>
          <p:grpSpPr>
            <a:xfrm>
              <a:off x="5443892" y="3969994"/>
              <a:ext cx="1561703" cy="939723"/>
              <a:chOff x="3393450" y="3860739"/>
              <a:chExt cx="1561703" cy="939723"/>
            </a:xfrm>
          </p:grpSpPr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28A0B586-1FA2-B8A2-97F4-F3DBA0C5A3AC}"/>
                  </a:ext>
                </a:extLst>
              </p:cNvPr>
              <p:cNvSpPr/>
              <p:nvPr/>
            </p:nvSpPr>
            <p:spPr>
              <a:xfrm>
                <a:off x="3393450" y="3860739"/>
                <a:ext cx="1561703" cy="939723"/>
              </a:xfrm>
              <a:custGeom>
                <a:avLst/>
                <a:gdLst>
                  <a:gd name="connsiteX0" fmla="*/ 444425 w 1561703"/>
                  <a:gd name="connsiteY0" fmla="*/ 0 h 939723"/>
                  <a:gd name="connsiteX1" fmla="*/ 1561703 w 1561703"/>
                  <a:gd name="connsiteY1" fmla="*/ 0 h 939723"/>
                  <a:gd name="connsiteX2" fmla="*/ 977374 w 1561703"/>
                  <a:gd name="connsiteY2" fmla="*/ 404933 h 939723"/>
                  <a:gd name="connsiteX3" fmla="*/ 1095011 w 1561703"/>
                  <a:gd name="connsiteY3" fmla="*/ 404933 h 939723"/>
                  <a:gd name="connsiteX4" fmla="*/ 1095011 w 1561703"/>
                  <a:gd name="connsiteY4" fmla="*/ 575146 h 939723"/>
                  <a:gd name="connsiteX5" fmla="*/ 1060968 w 1561703"/>
                  <a:gd name="connsiteY5" fmla="*/ 609189 h 939723"/>
                  <a:gd name="connsiteX6" fmla="*/ 682626 w 1561703"/>
                  <a:gd name="connsiteY6" fmla="*/ 609189 h 939723"/>
                  <a:gd name="connsiteX7" fmla="*/ 205655 w 1561703"/>
                  <a:gd name="connsiteY7" fmla="*/ 939723 h 939723"/>
                  <a:gd name="connsiteX8" fmla="*/ 190670 w 1561703"/>
                  <a:gd name="connsiteY8" fmla="*/ 939723 h 939723"/>
                  <a:gd name="connsiteX9" fmla="*/ 0 w 1561703"/>
                  <a:gd name="connsiteY9" fmla="*/ 749053 h 939723"/>
                  <a:gd name="connsiteX10" fmla="*/ 0 w 1561703"/>
                  <a:gd name="connsiteY10" fmla="*/ 307981 h 9397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61703" h="939723">
                    <a:moveTo>
                      <a:pt x="444425" y="0"/>
                    </a:moveTo>
                    <a:lnTo>
                      <a:pt x="1561703" y="0"/>
                    </a:lnTo>
                    <a:lnTo>
                      <a:pt x="977374" y="404933"/>
                    </a:lnTo>
                    <a:lnTo>
                      <a:pt x="1095011" y="404933"/>
                    </a:lnTo>
                    <a:lnTo>
                      <a:pt x="1095011" y="575146"/>
                    </a:lnTo>
                    <a:lnTo>
                      <a:pt x="1060968" y="609189"/>
                    </a:lnTo>
                    <a:lnTo>
                      <a:pt x="682626" y="609189"/>
                    </a:lnTo>
                    <a:lnTo>
                      <a:pt x="205655" y="939723"/>
                    </a:lnTo>
                    <a:lnTo>
                      <a:pt x="190670" y="939723"/>
                    </a:lnTo>
                    <a:lnTo>
                      <a:pt x="0" y="749053"/>
                    </a:lnTo>
                    <a:lnTo>
                      <a:pt x="0" y="307981"/>
                    </a:lnTo>
                    <a:close/>
                  </a:path>
                </a:pathLst>
              </a:custGeom>
              <a:solidFill>
                <a:srgbClr val="FFD1AD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9F63195-C320-A3D3-578F-E870FCAE5805}"/>
                  </a:ext>
                </a:extLst>
              </p:cNvPr>
              <p:cNvSpPr txBox="1"/>
              <p:nvPr/>
            </p:nvSpPr>
            <p:spPr>
              <a:xfrm>
                <a:off x="3719511" y="4035074"/>
                <a:ext cx="5619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sz="1800" b="1" noProof="0"/>
                  <a:t>DM</a:t>
                </a:r>
                <a:endParaRPr lang="es-ES" b="1" noProof="0"/>
              </a:p>
            </p:txBody>
          </p:sp>
        </p:grpSp>
        <p:sp>
          <p:nvSpPr>
            <p:cNvPr id="42" name="Content Placeholder 2">
              <a:extLst>
                <a:ext uri="{FF2B5EF4-FFF2-40B4-BE49-F238E27FC236}">
                  <a16:creationId xmlns:a16="http://schemas.microsoft.com/office/drawing/2014/main" id="{C3D9C9E1-E325-2193-7999-7891D4E498FB}"/>
                </a:ext>
              </a:extLst>
            </p:cNvPr>
            <p:cNvSpPr txBox="1">
              <a:spLocks/>
            </p:cNvSpPr>
            <p:nvPr/>
          </p:nvSpPr>
          <p:spPr>
            <a:xfrm>
              <a:off x="4453697" y="5099852"/>
              <a:ext cx="3542092" cy="1218398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s-ES" sz="1800" dirty="0" err="1"/>
                <a:t>Fast</a:t>
              </a:r>
              <a:endParaRPr lang="es-ES" sz="1800" dirty="0"/>
            </a:p>
            <a:p>
              <a:pPr marL="0" indent="0" algn="ctr">
                <a:buNone/>
              </a:pPr>
              <a:r>
                <a:rPr lang="es-ES" sz="1800" dirty="0"/>
                <a:t>Easy </a:t>
              </a:r>
              <a:r>
                <a:rPr lang="es-ES" sz="1800" dirty="0" err="1"/>
                <a:t>to</a:t>
              </a:r>
              <a:r>
                <a:rPr lang="es-ES" sz="1800" dirty="0"/>
                <a:t> </a:t>
              </a:r>
              <a:r>
                <a:rPr lang="es-ES" sz="1800" dirty="0" err="1"/>
                <a:t>interpret</a:t>
              </a:r>
              <a:endParaRPr lang="es-ES" sz="1800" dirty="0"/>
            </a:p>
            <a:p>
              <a:pPr marL="0" indent="0" algn="ctr">
                <a:buNone/>
              </a:pPr>
              <a:r>
                <a:rPr lang="es-ES" sz="1800" dirty="0" err="1"/>
                <a:t>Mostly</a:t>
              </a:r>
              <a:r>
                <a:rPr lang="es-ES" sz="1800" dirty="0"/>
                <a:t> </a:t>
              </a:r>
              <a:r>
                <a:rPr lang="es-ES" sz="1800" dirty="0" err="1"/>
                <a:t>univariate</a:t>
              </a:r>
              <a:endParaRPr lang="es-ES" sz="1800" dirty="0"/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AAA7E5AD-A6D7-F4EE-55AD-1A98BF794B5D}"/>
                </a:ext>
              </a:extLst>
            </p:cNvPr>
            <p:cNvGrpSpPr/>
            <p:nvPr/>
          </p:nvGrpSpPr>
          <p:grpSpPr>
            <a:xfrm>
              <a:off x="5461849" y="1772706"/>
              <a:ext cx="1561703" cy="948856"/>
              <a:chOff x="2382382" y="2569928"/>
              <a:chExt cx="1561703" cy="948856"/>
            </a:xfrm>
          </p:grpSpPr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17C9CF7E-284A-814C-F07C-324D1809AEFD}"/>
                  </a:ext>
                </a:extLst>
              </p:cNvPr>
              <p:cNvSpPr/>
              <p:nvPr/>
            </p:nvSpPr>
            <p:spPr>
              <a:xfrm rot="10800000">
                <a:off x="2382382" y="2569928"/>
                <a:ext cx="1561703" cy="939723"/>
              </a:xfrm>
              <a:custGeom>
                <a:avLst/>
                <a:gdLst>
                  <a:gd name="connsiteX0" fmla="*/ 205655 w 1561703"/>
                  <a:gd name="connsiteY0" fmla="*/ 939723 h 939723"/>
                  <a:gd name="connsiteX1" fmla="*/ 190670 w 1561703"/>
                  <a:gd name="connsiteY1" fmla="*/ 939723 h 939723"/>
                  <a:gd name="connsiteX2" fmla="*/ 0 w 1561703"/>
                  <a:gd name="connsiteY2" fmla="*/ 749053 h 939723"/>
                  <a:gd name="connsiteX3" fmla="*/ 0 w 1561703"/>
                  <a:gd name="connsiteY3" fmla="*/ 307981 h 939723"/>
                  <a:gd name="connsiteX4" fmla="*/ 444425 w 1561703"/>
                  <a:gd name="connsiteY4" fmla="*/ 0 h 939723"/>
                  <a:gd name="connsiteX5" fmla="*/ 1561703 w 1561703"/>
                  <a:gd name="connsiteY5" fmla="*/ 0 h 939723"/>
                  <a:gd name="connsiteX6" fmla="*/ 1084733 w 1561703"/>
                  <a:gd name="connsiteY6" fmla="*/ 330535 h 939723"/>
                  <a:gd name="connsiteX7" fmla="*/ 707509 w 1561703"/>
                  <a:gd name="connsiteY7" fmla="*/ 330535 h 939723"/>
                  <a:gd name="connsiteX8" fmla="*/ 673466 w 1561703"/>
                  <a:gd name="connsiteY8" fmla="*/ 364578 h 939723"/>
                  <a:gd name="connsiteX9" fmla="*/ 673466 w 1561703"/>
                  <a:gd name="connsiteY9" fmla="*/ 364578 h 939723"/>
                  <a:gd name="connsiteX10" fmla="*/ 673465 w 1561703"/>
                  <a:gd name="connsiteY10" fmla="*/ 364578 h 939723"/>
                  <a:gd name="connsiteX11" fmla="*/ 673465 w 1561703"/>
                  <a:gd name="connsiteY11" fmla="*/ 534791 h 939723"/>
                  <a:gd name="connsiteX12" fmla="*/ 789985 w 1561703"/>
                  <a:gd name="connsiteY12" fmla="*/ 534791 h 9397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61703" h="939723">
                    <a:moveTo>
                      <a:pt x="205655" y="939723"/>
                    </a:moveTo>
                    <a:lnTo>
                      <a:pt x="190670" y="939723"/>
                    </a:lnTo>
                    <a:lnTo>
                      <a:pt x="0" y="749053"/>
                    </a:lnTo>
                    <a:lnTo>
                      <a:pt x="0" y="307981"/>
                    </a:lnTo>
                    <a:lnTo>
                      <a:pt x="444425" y="0"/>
                    </a:lnTo>
                    <a:lnTo>
                      <a:pt x="1561703" y="0"/>
                    </a:lnTo>
                    <a:lnTo>
                      <a:pt x="1084733" y="330535"/>
                    </a:lnTo>
                    <a:lnTo>
                      <a:pt x="707509" y="330535"/>
                    </a:lnTo>
                    <a:lnTo>
                      <a:pt x="673466" y="364578"/>
                    </a:lnTo>
                    <a:lnTo>
                      <a:pt x="673466" y="364578"/>
                    </a:lnTo>
                    <a:lnTo>
                      <a:pt x="673465" y="364578"/>
                    </a:lnTo>
                    <a:lnTo>
                      <a:pt x="673465" y="534791"/>
                    </a:lnTo>
                    <a:lnTo>
                      <a:pt x="789985" y="534791"/>
                    </a:lnTo>
                    <a:close/>
                  </a:path>
                </a:pathLst>
              </a:custGeom>
              <a:solidFill>
                <a:srgbClr val="E6D0DE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6DF116F-E983-D11D-E3F7-08F85F9B5421}"/>
                  </a:ext>
                </a:extLst>
              </p:cNvPr>
              <p:cNvSpPr txBox="1"/>
              <p:nvPr/>
            </p:nvSpPr>
            <p:spPr>
              <a:xfrm>
                <a:off x="3058886" y="3149452"/>
                <a:ext cx="5619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sz="1800" b="1" noProof="0"/>
                  <a:t>DL</a:t>
                </a:r>
                <a:endParaRPr lang="es-ES" b="1" noProof="0"/>
              </a:p>
            </p:txBody>
          </p:sp>
        </p:grpSp>
        <p:sp>
          <p:nvSpPr>
            <p:cNvPr id="48" name="Content Placeholder 2">
              <a:extLst>
                <a:ext uri="{FF2B5EF4-FFF2-40B4-BE49-F238E27FC236}">
                  <a16:creationId xmlns:a16="http://schemas.microsoft.com/office/drawing/2014/main" id="{26279FE6-BB10-C4D1-A74F-E8765DE91379}"/>
                </a:ext>
              </a:extLst>
            </p:cNvPr>
            <p:cNvSpPr txBox="1">
              <a:spLocks/>
            </p:cNvSpPr>
            <p:nvPr/>
          </p:nvSpPr>
          <p:spPr>
            <a:xfrm>
              <a:off x="4507906" y="2917045"/>
              <a:ext cx="3542092" cy="1218398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s-ES" sz="1800" dirty="0" err="1"/>
                <a:t>Scalable</a:t>
              </a:r>
              <a:endParaRPr lang="es-ES" sz="1800" dirty="0"/>
            </a:p>
            <a:p>
              <a:pPr marL="0" indent="0" algn="ctr">
                <a:buNone/>
              </a:pPr>
              <a:r>
                <a:rPr lang="es-ES" sz="1800" dirty="0" err="1"/>
                <a:t>Uni</a:t>
              </a:r>
              <a:r>
                <a:rPr lang="es-ES" sz="1800" dirty="0"/>
                <a:t>/</a:t>
              </a:r>
              <a:r>
                <a:rPr lang="es-ES" sz="1800" dirty="0" err="1"/>
                <a:t>multivariate</a:t>
              </a:r>
              <a:endParaRPr lang="es-ES" sz="1800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423A0A7-26C2-9DDA-17C4-9F687E7A7680}"/>
              </a:ext>
            </a:extLst>
          </p:cNvPr>
          <p:cNvGrpSpPr/>
          <p:nvPr/>
        </p:nvGrpSpPr>
        <p:grpSpPr>
          <a:xfrm>
            <a:off x="8703381" y="2459067"/>
            <a:ext cx="3542092" cy="2702551"/>
            <a:chOff x="8703381" y="2459067"/>
            <a:chExt cx="3542092" cy="2702551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22A4772B-9FDD-4A32-B8CC-54BFC89D9E3B}"/>
                </a:ext>
              </a:extLst>
            </p:cNvPr>
            <p:cNvGrpSpPr/>
            <p:nvPr/>
          </p:nvGrpSpPr>
          <p:grpSpPr>
            <a:xfrm>
              <a:off x="9386361" y="2459067"/>
              <a:ext cx="1967439" cy="1011436"/>
              <a:chOff x="3297767" y="3824883"/>
              <a:chExt cx="1967439" cy="1011436"/>
            </a:xfrm>
          </p:grpSpPr>
          <p:sp>
            <p:nvSpPr>
              <p:cNvPr id="3" name="Freeform: Shape 2">
                <a:extLst>
                  <a:ext uri="{FF2B5EF4-FFF2-40B4-BE49-F238E27FC236}">
                    <a16:creationId xmlns:a16="http://schemas.microsoft.com/office/drawing/2014/main" id="{90AB64A1-6B0D-42A7-C755-FA6AAE64D03C}"/>
                  </a:ext>
                </a:extLst>
              </p:cNvPr>
              <p:cNvSpPr/>
              <p:nvPr/>
            </p:nvSpPr>
            <p:spPr>
              <a:xfrm>
                <a:off x="3297767" y="3824883"/>
                <a:ext cx="1967439" cy="1011436"/>
              </a:xfrm>
              <a:custGeom>
                <a:avLst/>
                <a:gdLst>
                  <a:gd name="connsiteX0" fmla="*/ 544307 w 1967439"/>
                  <a:gd name="connsiteY0" fmla="*/ 35856 h 1011436"/>
                  <a:gd name="connsiteX1" fmla="*/ 99882 w 1967439"/>
                  <a:gd name="connsiteY1" fmla="*/ 343837 h 1011436"/>
                  <a:gd name="connsiteX2" fmla="*/ 99882 w 1967439"/>
                  <a:gd name="connsiteY2" fmla="*/ 784909 h 1011436"/>
                  <a:gd name="connsiteX3" fmla="*/ 277377 w 1967439"/>
                  <a:gd name="connsiteY3" fmla="*/ 962404 h 1011436"/>
                  <a:gd name="connsiteX4" fmla="*/ 772541 w 1967439"/>
                  <a:gd name="connsiteY4" fmla="*/ 628302 h 1011436"/>
                  <a:gd name="connsiteX5" fmla="*/ 772541 w 1967439"/>
                  <a:gd name="connsiteY5" fmla="*/ 645044 h 1011436"/>
                  <a:gd name="connsiteX6" fmla="*/ 817605 w 1967439"/>
                  <a:gd name="connsiteY6" fmla="*/ 645044 h 1011436"/>
                  <a:gd name="connsiteX7" fmla="*/ 327728 w 1967439"/>
                  <a:gd name="connsiteY7" fmla="*/ 975579 h 1011436"/>
                  <a:gd name="connsiteX8" fmla="*/ 1423935 w 1967439"/>
                  <a:gd name="connsiteY8" fmla="*/ 975579 h 1011436"/>
                  <a:gd name="connsiteX9" fmla="*/ 1868360 w 1967439"/>
                  <a:gd name="connsiteY9" fmla="*/ 667598 h 1011436"/>
                  <a:gd name="connsiteX10" fmla="*/ 1868360 w 1967439"/>
                  <a:gd name="connsiteY10" fmla="*/ 226526 h 1011436"/>
                  <a:gd name="connsiteX11" fmla="*/ 1694924 w 1967439"/>
                  <a:gd name="connsiteY11" fmla="*/ 53090 h 1011436"/>
                  <a:gd name="connsiteX12" fmla="*/ 1120328 w 1967439"/>
                  <a:gd name="connsiteY12" fmla="*/ 440788 h 1011436"/>
                  <a:gd name="connsiteX13" fmla="*/ 1050451 w 1967439"/>
                  <a:gd name="connsiteY13" fmla="*/ 440788 h 1011436"/>
                  <a:gd name="connsiteX14" fmla="*/ 1650589 w 1967439"/>
                  <a:gd name="connsiteY14" fmla="*/ 35856 h 1011436"/>
                  <a:gd name="connsiteX15" fmla="*/ 415649 w 1967439"/>
                  <a:gd name="connsiteY15" fmla="*/ 0 h 1011436"/>
                  <a:gd name="connsiteX16" fmla="*/ 1805418 w 1967439"/>
                  <a:gd name="connsiteY16" fmla="*/ 0 h 1011436"/>
                  <a:gd name="connsiteX17" fmla="*/ 1967439 w 1967439"/>
                  <a:gd name="connsiteY17" fmla="*/ 149704 h 1011436"/>
                  <a:gd name="connsiteX18" fmla="*/ 1967439 w 1967439"/>
                  <a:gd name="connsiteY18" fmla="*/ 734223 h 1011436"/>
                  <a:gd name="connsiteX19" fmla="*/ 1567412 w 1967439"/>
                  <a:gd name="connsiteY19" fmla="*/ 1011436 h 1011436"/>
                  <a:gd name="connsiteX20" fmla="*/ 176031 w 1967439"/>
                  <a:gd name="connsiteY20" fmla="*/ 1011436 h 1011436"/>
                  <a:gd name="connsiteX21" fmla="*/ 0 w 1967439"/>
                  <a:gd name="connsiteY21" fmla="*/ 837823 h 1011436"/>
                  <a:gd name="connsiteX22" fmla="*/ 0 w 1967439"/>
                  <a:gd name="connsiteY22" fmla="*/ 288040 h 1011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967439" h="1011436">
                    <a:moveTo>
                      <a:pt x="544307" y="35856"/>
                    </a:moveTo>
                    <a:lnTo>
                      <a:pt x="99882" y="343837"/>
                    </a:lnTo>
                    <a:lnTo>
                      <a:pt x="99882" y="784909"/>
                    </a:lnTo>
                    <a:lnTo>
                      <a:pt x="277377" y="962404"/>
                    </a:lnTo>
                    <a:lnTo>
                      <a:pt x="772541" y="628302"/>
                    </a:lnTo>
                    <a:lnTo>
                      <a:pt x="772541" y="645044"/>
                    </a:lnTo>
                    <a:lnTo>
                      <a:pt x="817605" y="645044"/>
                    </a:lnTo>
                    <a:lnTo>
                      <a:pt x="327728" y="975579"/>
                    </a:lnTo>
                    <a:lnTo>
                      <a:pt x="1423935" y="975579"/>
                    </a:lnTo>
                    <a:lnTo>
                      <a:pt x="1868360" y="667598"/>
                    </a:lnTo>
                    <a:lnTo>
                      <a:pt x="1868360" y="226526"/>
                    </a:lnTo>
                    <a:lnTo>
                      <a:pt x="1694924" y="53090"/>
                    </a:lnTo>
                    <a:lnTo>
                      <a:pt x="1120328" y="440788"/>
                    </a:lnTo>
                    <a:lnTo>
                      <a:pt x="1050451" y="440788"/>
                    </a:lnTo>
                    <a:lnTo>
                      <a:pt x="1650589" y="35856"/>
                    </a:lnTo>
                    <a:close/>
                    <a:moveTo>
                      <a:pt x="415649" y="0"/>
                    </a:moveTo>
                    <a:lnTo>
                      <a:pt x="1805418" y="0"/>
                    </a:lnTo>
                    <a:lnTo>
                      <a:pt x="1967439" y="149704"/>
                    </a:lnTo>
                    <a:lnTo>
                      <a:pt x="1967439" y="734223"/>
                    </a:lnTo>
                    <a:lnTo>
                      <a:pt x="1567412" y="1011436"/>
                    </a:lnTo>
                    <a:lnTo>
                      <a:pt x="176031" y="1011436"/>
                    </a:lnTo>
                    <a:lnTo>
                      <a:pt x="0" y="837823"/>
                    </a:lnTo>
                    <a:lnTo>
                      <a:pt x="0" y="288040"/>
                    </a:lnTo>
                    <a:close/>
                  </a:path>
                </a:pathLst>
              </a:custGeom>
              <a:solidFill>
                <a:schemeClr val="accent5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/>
              </a:p>
            </p:txBody>
          </p:sp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E610D5D4-BD59-1989-794D-7C6BDA456BFB}"/>
                  </a:ext>
                </a:extLst>
              </p:cNvPr>
              <p:cNvSpPr/>
              <p:nvPr/>
            </p:nvSpPr>
            <p:spPr>
              <a:xfrm rot="10800000">
                <a:off x="3604982" y="3860739"/>
                <a:ext cx="1561703" cy="939723"/>
              </a:xfrm>
              <a:custGeom>
                <a:avLst/>
                <a:gdLst>
                  <a:gd name="connsiteX0" fmla="*/ 205655 w 1561703"/>
                  <a:gd name="connsiteY0" fmla="*/ 939723 h 939723"/>
                  <a:gd name="connsiteX1" fmla="*/ 190670 w 1561703"/>
                  <a:gd name="connsiteY1" fmla="*/ 939723 h 939723"/>
                  <a:gd name="connsiteX2" fmla="*/ 0 w 1561703"/>
                  <a:gd name="connsiteY2" fmla="*/ 749053 h 939723"/>
                  <a:gd name="connsiteX3" fmla="*/ 0 w 1561703"/>
                  <a:gd name="connsiteY3" fmla="*/ 307981 h 939723"/>
                  <a:gd name="connsiteX4" fmla="*/ 444425 w 1561703"/>
                  <a:gd name="connsiteY4" fmla="*/ 0 h 939723"/>
                  <a:gd name="connsiteX5" fmla="*/ 1561703 w 1561703"/>
                  <a:gd name="connsiteY5" fmla="*/ 0 h 939723"/>
                  <a:gd name="connsiteX6" fmla="*/ 1084733 w 1561703"/>
                  <a:gd name="connsiteY6" fmla="*/ 330535 h 939723"/>
                  <a:gd name="connsiteX7" fmla="*/ 707509 w 1561703"/>
                  <a:gd name="connsiteY7" fmla="*/ 330535 h 939723"/>
                  <a:gd name="connsiteX8" fmla="*/ 673466 w 1561703"/>
                  <a:gd name="connsiteY8" fmla="*/ 364578 h 939723"/>
                  <a:gd name="connsiteX9" fmla="*/ 673466 w 1561703"/>
                  <a:gd name="connsiteY9" fmla="*/ 364578 h 939723"/>
                  <a:gd name="connsiteX10" fmla="*/ 673465 w 1561703"/>
                  <a:gd name="connsiteY10" fmla="*/ 364578 h 939723"/>
                  <a:gd name="connsiteX11" fmla="*/ 673465 w 1561703"/>
                  <a:gd name="connsiteY11" fmla="*/ 534791 h 939723"/>
                  <a:gd name="connsiteX12" fmla="*/ 789985 w 1561703"/>
                  <a:gd name="connsiteY12" fmla="*/ 534791 h 9397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61703" h="939723">
                    <a:moveTo>
                      <a:pt x="205655" y="939723"/>
                    </a:moveTo>
                    <a:lnTo>
                      <a:pt x="190670" y="939723"/>
                    </a:lnTo>
                    <a:lnTo>
                      <a:pt x="0" y="749053"/>
                    </a:lnTo>
                    <a:lnTo>
                      <a:pt x="0" y="307981"/>
                    </a:lnTo>
                    <a:lnTo>
                      <a:pt x="444425" y="0"/>
                    </a:lnTo>
                    <a:lnTo>
                      <a:pt x="1561703" y="0"/>
                    </a:lnTo>
                    <a:lnTo>
                      <a:pt x="1084733" y="330535"/>
                    </a:lnTo>
                    <a:lnTo>
                      <a:pt x="707509" y="330535"/>
                    </a:lnTo>
                    <a:lnTo>
                      <a:pt x="673466" y="364578"/>
                    </a:lnTo>
                    <a:lnTo>
                      <a:pt x="673466" y="364578"/>
                    </a:lnTo>
                    <a:lnTo>
                      <a:pt x="673465" y="364578"/>
                    </a:lnTo>
                    <a:lnTo>
                      <a:pt x="673465" y="534791"/>
                    </a:lnTo>
                    <a:lnTo>
                      <a:pt x="789985" y="534791"/>
                    </a:lnTo>
                    <a:close/>
                  </a:path>
                </a:pathLst>
              </a:custGeom>
              <a:solidFill>
                <a:srgbClr val="E6D0DE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/>
              </a:p>
            </p:txBody>
          </p: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DF3BBA9D-08A1-AFC9-8EBB-A58BB495055C}"/>
                  </a:ext>
                </a:extLst>
              </p:cNvPr>
              <p:cNvGrpSpPr/>
              <p:nvPr/>
            </p:nvGrpSpPr>
            <p:grpSpPr>
              <a:xfrm>
                <a:off x="3393450" y="3860739"/>
                <a:ext cx="1561703" cy="939723"/>
                <a:chOff x="3393450" y="3860739"/>
                <a:chExt cx="1561703" cy="939723"/>
              </a:xfrm>
            </p:grpSpPr>
            <p:sp>
              <p:nvSpPr>
                <p:cNvPr id="13" name="Freeform: Shape 12">
                  <a:extLst>
                    <a:ext uri="{FF2B5EF4-FFF2-40B4-BE49-F238E27FC236}">
                      <a16:creationId xmlns:a16="http://schemas.microsoft.com/office/drawing/2014/main" id="{BC12AE83-0D5F-33A8-A610-26E2F7292BAA}"/>
                    </a:ext>
                  </a:extLst>
                </p:cNvPr>
                <p:cNvSpPr/>
                <p:nvPr/>
              </p:nvSpPr>
              <p:spPr>
                <a:xfrm>
                  <a:off x="3393450" y="3860739"/>
                  <a:ext cx="1561703" cy="939723"/>
                </a:xfrm>
                <a:custGeom>
                  <a:avLst/>
                  <a:gdLst>
                    <a:gd name="connsiteX0" fmla="*/ 444425 w 1561703"/>
                    <a:gd name="connsiteY0" fmla="*/ 0 h 939723"/>
                    <a:gd name="connsiteX1" fmla="*/ 1561703 w 1561703"/>
                    <a:gd name="connsiteY1" fmla="*/ 0 h 939723"/>
                    <a:gd name="connsiteX2" fmla="*/ 977374 w 1561703"/>
                    <a:gd name="connsiteY2" fmla="*/ 404933 h 939723"/>
                    <a:gd name="connsiteX3" fmla="*/ 1095011 w 1561703"/>
                    <a:gd name="connsiteY3" fmla="*/ 404933 h 939723"/>
                    <a:gd name="connsiteX4" fmla="*/ 1095011 w 1561703"/>
                    <a:gd name="connsiteY4" fmla="*/ 575146 h 939723"/>
                    <a:gd name="connsiteX5" fmla="*/ 1060968 w 1561703"/>
                    <a:gd name="connsiteY5" fmla="*/ 609189 h 939723"/>
                    <a:gd name="connsiteX6" fmla="*/ 682626 w 1561703"/>
                    <a:gd name="connsiteY6" fmla="*/ 609189 h 939723"/>
                    <a:gd name="connsiteX7" fmla="*/ 205655 w 1561703"/>
                    <a:gd name="connsiteY7" fmla="*/ 939723 h 939723"/>
                    <a:gd name="connsiteX8" fmla="*/ 190670 w 1561703"/>
                    <a:gd name="connsiteY8" fmla="*/ 939723 h 939723"/>
                    <a:gd name="connsiteX9" fmla="*/ 0 w 1561703"/>
                    <a:gd name="connsiteY9" fmla="*/ 749053 h 939723"/>
                    <a:gd name="connsiteX10" fmla="*/ 0 w 1561703"/>
                    <a:gd name="connsiteY10" fmla="*/ 307981 h 9397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561703" h="939723">
                      <a:moveTo>
                        <a:pt x="444425" y="0"/>
                      </a:moveTo>
                      <a:lnTo>
                        <a:pt x="1561703" y="0"/>
                      </a:lnTo>
                      <a:lnTo>
                        <a:pt x="977374" y="404933"/>
                      </a:lnTo>
                      <a:lnTo>
                        <a:pt x="1095011" y="404933"/>
                      </a:lnTo>
                      <a:lnTo>
                        <a:pt x="1095011" y="575146"/>
                      </a:lnTo>
                      <a:lnTo>
                        <a:pt x="1060968" y="609189"/>
                      </a:lnTo>
                      <a:lnTo>
                        <a:pt x="682626" y="609189"/>
                      </a:lnTo>
                      <a:lnTo>
                        <a:pt x="205655" y="939723"/>
                      </a:lnTo>
                      <a:lnTo>
                        <a:pt x="190670" y="939723"/>
                      </a:lnTo>
                      <a:lnTo>
                        <a:pt x="0" y="749053"/>
                      </a:lnTo>
                      <a:lnTo>
                        <a:pt x="0" y="307981"/>
                      </a:lnTo>
                      <a:close/>
                    </a:path>
                  </a:pathLst>
                </a:custGeom>
                <a:solidFill>
                  <a:srgbClr val="FFD1AD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s-ES" noProof="0"/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22923B9-ECAB-F6E9-97A9-D2E9E08E30B9}"/>
                    </a:ext>
                  </a:extLst>
                </p:cNvPr>
                <p:cNvSpPr txBox="1"/>
                <p:nvPr/>
              </p:nvSpPr>
              <p:spPr>
                <a:xfrm>
                  <a:off x="3719511" y="4035074"/>
                  <a:ext cx="56197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ES" sz="1800" b="1" noProof="0"/>
                    <a:t>DM</a:t>
                  </a:r>
                  <a:endParaRPr lang="es-ES" b="1" noProof="0"/>
                </a:p>
              </p:txBody>
            </p:sp>
          </p:grp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6FB186B-722A-5161-9F88-AF6E09B38E32}"/>
                  </a:ext>
                </a:extLst>
              </p:cNvPr>
              <p:cNvSpPr txBox="1"/>
              <p:nvPr/>
            </p:nvSpPr>
            <p:spPr>
              <a:xfrm>
                <a:off x="4281486" y="4440263"/>
                <a:ext cx="5619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sz="1800" b="1" noProof="0"/>
                  <a:t>DL</a:t>
                </a:r>
                <a:endParaRPr lang="es-ES" b="1" noProof="0"/>
              </a:p>
            </p:txBody>
          </p:sp>
        </p:grpSp>
        <p:sp>
          <p:nvSpPr>
            <p:cNvPr id="54" name="Content Placeholder 2">
              <a:extLst>
                <a:ext uri="{FF2B5EF4-FFF2-40B4-BE49-F238E27FC236}">
                  <a16:creationId xmlns:a16="http://schemas.microsoft.com/office/drawing/2014/main" id="{713A4870-A175-E410-4FBB-A01D2CEE8327}"/>
                </a:ext>
              </a:extLst>
            </p:cNvPr>
            <p:cNvSpPr txBox="1">
              <a:spLocks/>
            </p:cNvSpPr>
            <p:nvPr/>
          </p:nvSpPr>
          <p:spPr>
            <a:xfrm>
              <a:off x="8703381" y="3943220"/>
              <a:ext cx="3542092" cy="1218398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s-ES" sz="2000" dirty="0" err="1"/>
                <a:t>Scalable</a:t>
              </a:r>
              <a:endParaRPr lang="es-ES" sz="2000" dirty="0"/>
            </a:p>
            <a:p>
              <a:pPr marL="0" indent="0" algn="ctr">
                <a:buNone/>
              </a:pPr>
              <a:r>
                <a:rPr lang="es-ES" sz="2000" dirty="0"/>
                <a:t>Easy </a:t>
              </a:r>
              <a:r>
                <a:rPr lang="es-ES" sz="2000" dirty="0" err="1"/>
                <a:t>to</a:t>
              </a:r>
              <a:r>
                <a:rPr lang="es-ES" sz="2000" dirty="0"/>
                <a:t> </a:t>
              </a:r>
              <a:r>
                <a:rPr lang="es-ES" sz="2000" dirty="0" err="1"/>
                <a:t>interpret</a:t>
              </a:r>
              <a:endParaRPr lang="es-ES" sz="2000" dirty="0"/>
            </a:p>
            <a:p>
              <a:pPr marL="0" indent="0" algn="ctr">
                <a:buNone/>
              </a:pPr>
              <a:r>
                <a:rPr lang="es-ES" sz="2000" dirty="0" err="1"/>
                <a:t>Fast</a:t>
              </a:r>
              <a:endParaRPr lang="es-ES" sz="2000" dirty="0"/>
            </a:p>
            <a:p>
              <a:pPr marL="0" indent="0" algn="ctr">
                <a:buNone/>
              </a:pPr>
              <a:r>
                <a:rPr lang="es-ES" sz="2000" dirty="0"/>
                <a:t>Complete</a:t>
              </a:r>
            </a:p>
          </p:txBody>
        </p:sp>
      </p:grpSp>
      <p:graphicFrame>
        <p:nvGraphicFramePr>
          <p:cNvPr id="60" name="Diagram 59">
            <a:extLst>
              <a:ext uri="{FF2B5EF4-FFF2-40B4-BE49-F238E27FC236}">
                <a16:creationId xmlns:a16="http://schemas.microsoft.com/office/drawing/2014/main" id="{2997DADE-94FE-660F-B767-ADB1D6D42FDA}"/>
              </a:ext>
            </a:extLst>
          </p:cNvPr>
          <p:cNvGraphicFramePr/>
          <p:nvPr/>
        </p:nvGraphicFramePr>
        <p:xfrm>
          <a:off x="1657803" y="157282"/>
          <a:ext cx="9242297" cy="2107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919959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684"/>
    </mc:Choice>
    <mc:Fallback xmlns="">
      <p:transition spd="slow" advTm="4068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1" grpId="0" animBg="1"/>
      <p:bldP spid="3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C74231-1982-6E24-3AB3-FB7EF4657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65458DA-83DE-AE09-25B0-E44FAF790562}"/>
              </a:ext>
            </a:extLst>
          </p:cNvPr>
          <p:cNvSpPr/>
          <p:nvPr/>
        </p:nvSpPr>
        <p:spPr>
          <a:xfrm>
            <a:off x="-498606" y="1255220"/>
            <a:ext cx="13189209" cy="5946229"/>
          </a:xfrm>
          <a:prstGeom prst="roundRect">
            <a:avLst>
              <a:gd name="adj" fmla="val 5714"/>
            </a:avLst>
          </a:prstGeom>
          <a:solidFill>
            <a:srgbClr val="F5F8F9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91F4EFE-FACD-2882-D4D9-15BA12D4D299}"/>
              </a:ext>
            </a:extLst>
          </p:cNvPr>
          <p:cNvSpPr/>
          <p:nvPr/>
        </p:nvSpPr>
        <p:spPr>
          <a:xfrm>
            <a:off x="902090" y="-2869258"/>
            <a:ext cx="10753725" cy="3843728"/>
          </a:xfrm>
          <a:prstGeom prst="roundRect">
            <a:avLst>
              <a:gd name="adj" fmla="val 571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s-ES" sz="2800" b="1" dirty="0" err="1">
                <a:solidFill>
                  <a:schemeClr val="tx1"/>
                </a:solidFill>
                <a:latin typeface="+mj-lt"/>
              </a:rPr>
              <a:t>Proposed</a:t>
            </a:r>
            <a:r>
              <a:rPr lang="es-ES" sz="2800" b="1" dirty="0">
                <a:solidFill>
                  <a:schemeClr val="tx1"/>
                </a:solidFill>
                <a:latin typeface="+mj-lt"/>
              </a:rPr>
              <a:t> </a:t>
            </a:r>
            <a:r>
              <a:rPr lang="es-ES" sz="2800" b="1" dirty="0" err="1">
                <a:solidFill>
                  <a:schemeClr val="tx1"/>
                </a:solidFill>
                <a:latin typeface="+mj-lt"/>
              </a:rPr>
              <a:t>solution</a:t>
            </a:r>
            <a:r>
              <a:rPr lang="es-ES" sz="2800" b="1" dirty="0">
                <a:solidFill>
                  <a:schemeClr val="tx1"/>
                </a:solidFill>
                <a:latin typeface="+mj-lt"/>
              </a:rPr>
              <a:t> and </a:t>
            </a:r>
            <a:r>
              <a:rPr lang="es-ES" sz="2800" b="1" dirty="0" err="1">
                <a:solidFill>
                  <a:schemeClr val="tx1"/>
                </a:solidFill>
                <a:latin typeface="+mj-lt"/>
              </a:rPr>
              <a:t>evaluation</a:t>
            </a:r>
            <a:endParaRPr lang="es-ES" sz="28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BD818-7E25-970E-434A-EFE99C331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6E274-3D30-4D47-98D0-0581248BD0B1}" type="slidenum">
              <a:rPr lang="es-ES" noProof="0" smtClean="0"/>
              <a:t>6</a:t>
            </a:fld>
            <a:endParaRPr lang="es-ES" noProof="0"/>
          </a:p>
        </p:txBody>
      </p:sp>
      <p:graphicFrame>
        <p:nvGraphicFramePr>
          <p:cNvPr id="60" name="Diagram 59">
            <a:extLst>
              <a:ext uri="{FF2B5EF4-FFF2-40B4-BE49-F238E27FC236}">
                <a16:creationId xmlns:a16="http://schemas.microsoft.com/office/drawing/2014/main" id="{F98DE701-BC1F-D166-03A7-8EC6B3DF21AC}"/>
              </a:ext>
            </a:extLst>
          </p:cNvPr>
          <p:cNvGraphicFramePr/>
          <p:nvPr/>
        </p:nvGraphicFramePr>
        <p:xfrm>
          <a:off x="1657803" y="157282"/>
          <a:ext cx="9242297" cy="2107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D6C0729F-AD3C-1EE3-20EE-E141024B2D9B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5634" t="46290" b="10014"/>
          <a:stretch>
            <a:fillRect/>
          </a:stretch>
        </p:blipFill>
        <p:spPr>
          <a:xfrm>
            <a:off x="902090" y="1607124"/>
            <a:ext cx="9442788" cy="474922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20438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684"/>
    </mc:Choice>
    <mc:Fallback xmlns="">
      <p:transition spd="slow" advTm="4068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BD69C-CFFF-1FDC-5A45-8F49C7519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9D2417C-0D94-6A35-C73D-70961C083B80}"/>
              </a:ext>
            </a:extLst>
          </p:cNvPr>
          <p:cNvSpPr/>
          <p:nvPr/>
        </p:nvSpPr>
        <p:spPr>
          <a:xfrm>
            <a:off x="-498606" y="1255220"/>
            <a:ext cx="13189209" cy="5946229"/>
          </a:xfrm>
          <a:prstGeom prst="roundRect">
            <a:avLst>
              <a:gd name="adj" fmla="val 5714"/>
            </a:avLst>
          </a:prstGeom>
          <a:solidFill>
            <a:srgbClr val="F5F8F9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00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8D432-9D0E-D0D9-3D1B-4AB1514FC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6E274-3D30-4D47-98D0-0581248BD0B1}" type="slidenum">
              <a:rPr lang="es-ES" noProof="0" smtClean="0"/>
              <a:t>7</a:t>
            </a:fld>
            <a:endParaRPr lang="es-ES" noProof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F0849BA-ADBD-F20E-AECC-D9E70CB843FE}"/>
              </a:ext>
            </a:extLst>
          </p:cNvPr>
          <p:cNvSpPr/>
          <p:nvPr/>
        </p:nvSpPr>
        <p:spPr>
          <a:xfrm>
            <a:off x="902090" y="-2869258"/>
            <a:ext cx="10753725" cy="3843728"/>
          </a:xfrm>
          <a:prstGeom prst="roundRect">
            <a:avLst>
              <a:gd name="adj" fmla="val 571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s-ES" sz="2800" b="1" dirty="0">
                <a:solidFill>
                  <a:schemeClr val="tx1"/>
                </a:solidFill>
                <a:latin typeface="+mj-lt"/>
              </a:rPr>
              <a:t>Visual </a:t>
            </a:r>
            <a:r>
              <a:rPr lang="es-ES" sz="2800" b="1" dirty="0" err="1">
                <a:solidFill>
                  <a:schemeClr val="tx1"/>
                </a:solidFill>
                <a:latin typeface="+mj-lt"/>
              </a:rPr>
              <a:t>Analytics</a:t>
            </a:r>
            <a:r>
              <a:rPr lang="es-ES" sz="2800" b="1" dirty="0">
                <a:solidFill>
                  <a:schemeClr val="tx1"/>
                </a:solidFill>
                <a:latin typeface="+mj-lt"/>
              </a:rPr>
              <a:t> tolos </a:t>
            </a:r>
            <a:r>
              <a:rPr lang="es-ES" sz="2800" b="1" dirty="0" err="1">
                <a:solidFill>
                  <a:schemeClr val="tx1"/>
                </a:solidFill>
                <a:latin typeface="+mj-lt"/>
              </a:rPr>
              <a:t>based</a:t>
            </a:r>
            <a:r>
              <a:rPr lang="es-ES" sz="2800" b="1" dirty="0">
                <a:solidFill>
                  <a:schemeClr val="tx1"/>
                </a:solidFill>
                <a:latin typeface="+mj-lt"/>
              </a:rPr>
              <a:t> </a:t>
            </a:r>
            <a:r>
              <a:rPr lang="es-ES" sz="2800" b="1" dirty="0" err="1">
                <a:solidFill>
                  <a:schemeClr val="tx1"/>
                </a:solidFill>
                <a:latin typeface="+mj-lt"/>
              </a:rPr>
              <a:t>on</a:t>
            </a:r>
            <a:r>
              <a:rPr lang="es-ES" sz="2800" b="1" dirty="0">
                <a:solidFill>
                  <a:schemeClr val="tx1"/>
                </a:solidFill>
                <a:latin typeface="+mj-lt"/>
              </a:rPr>
              <a:t> Deep </a:t>
            </a:r>
            <a:r>
              <a:rPr lang="es-ES" sz="2800" b="1" dirty="0" err="1">
                <a:solidFill>
                  <a:schemeClr val="tx1"/>
                </a:solidFill>
                <a:latin typeface="+mj-lt"/>
              </a:rPr>
              <a:t>Learning</a:t>
            </a:r>
            <a:r>
              <a:rPr lang="es-ES" sz="2800" b="1" dirty="0">
                <a:solidFill>
                  <a:schemeClr val="tx1"/>
                </a:solidFill>
                <a:latin typeface="+mj-lt"/>
              </a:rPr>
              <a:t> </a:t>
            </a:r>
            <a:r>
              <a:rPr lang="es-ES" sz="2800" b="1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1/3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4A6209D7-7E52-56F1-17F1-628FDE69D004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A06E274-3D30-4D47-98D0-0581248BD0B1}" type="slidenum">
              <a:rPr lang="es-ES" smtClean="0"/>
              <a:pPr/>
              <a:t>7</a:t>
            </a:fld>
            <a:endParaRPr lang="es-E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3FA9CC-B0CC-12D1-928F-B814B0AB5142}"/>
              </a:ext>
            </a:extLst>
          </p:cNvPr>
          <p:cNvSpPr/>
          <p:nvPr/>
        </p:nvSpPr>
        <p:spPr>
          <a:xfrm>
            <a:off x="4978072" y="2540016"/>
            <a:ext cx="1095791" cy="36065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BF109F7-292C-8641-D71A-A12BD896D784}"/>
                  </a:ext>
                </a:extLst>
              </p:cNvPr>
              <p:cNvSpPr txBox="1"/>
              <p:nvPr/>
            </p:nvSpPr>
            <p:spPr>
              <a:xfrm>
                <a:off x="6071000" y="5449847"/>
                <a:ext cx="1489296" cy="9282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noProof="0" dirty="0"/>
                  <a:t>D dimensional </a:t>
                </a:r>
                <a:r>
                  <a:rPr lang="es-ES" noProof="0" dirty="0" err="1"/>
                  <a:t>vectors</a:t>
                </a:r>
                <a:r>
                  <a:rPr lang="es-ES" noProof="0" dirty="0"/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1800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s-ES" sz="1800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sup>
                    </m:sSup>
                  </m:oMath>
                </a14:m>
                <a:r>
                  <a:rPr lang="es-ES" noProof="0" dirty="0"/>
                  <a:t>)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BF109F7-292C-8641-D71A-A12BD896D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1000" y="5449847"/>
                <a:ext cx="1489296" cy="928267"/>
              </a:xfrm>
              <a:prstGeom prst="rect">
                <a:avLst/>
              </a:prstGeom>
              <a:blipFill>
                <a:blip r:embed="rId4"/>
                <a:stretch>
                  <a:fillRect l="-820" t="-2632" r="-3689" b="-1052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450889F0-960E-6292-1D0E-F886FDEC6FFF}"/>
              </a:ext>
            </a:extLst>
          </p:cNvPr>
          <p:cNvSpPr txBox="1"/>
          <p:nvPr/>
        </p:nvSpPr>
        <p:spPr>
          <a:xfrm>
            <a:off x="4892221" y="5532674"/>
            <a:ext cx="1255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noProof="0" dirty="0"/>
              <a:t>DL </a:t>
            </a:r>
            <a:r>
              <a:rPr lang="es-ES" noProof="0" dirty="0" err="1"/>
              <a:t>model</a:t>
            </a:r>
            <a:endParaRPr lang="es-ES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95CF4B-659C-5FD7-E88E-9AD84B39795F}"/>
              </a:ext>
            </a:extLst>
          </p:cNvPr>
          <p:cNvSpPr txBox="1"/>
          <p:nvPr/>
        </p:nvSpPr>
        <p:spPr>
          <a:xfrm>
            <a:off x="7418032" y="3716604"/>
            <a:ext cx="16682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noProof="0" dirty="0" err="1"/>
              <a:t>Projection</a:t>
            </a:r>
            <a:endParaRPr lang="es-ES" noProof="0" dirty="0"/>
          </a:p>
          <a:p>
            <a:pPr algn="ctr"/>
            <a:endParaRPr lang="es-ES" noProof="0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9BDFB973-F71F-06CF-B407-28CDBECA2D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32411" y="3880208"/>
            <a:ext cx="1377674" cy="61110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9F60048-720F-730C-FFB8-2B172A7DF42E}"/>
              </a:ext>
            </a:extLst>
          </p:cNvPr>
          <p:cNvSpPr txBox="1"/>
          <p:nvPr/>
        </p:nvSpPr>
        <p:spPr>
          <a:xfrm>
            <a:off x="1024961" y="5350830"/>
            <a:ext cx="18947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noProof="0" dirty="0"/>
              <a:t>Data (</a:t>
            </a:r>
            <a:r>
              <a:rPr lang="es-ES" noProof="0" dirty="0" err="1"/>
              <a:t>uni</a:t>
            </a:r>
            <a:r>
              <a:rPr lang="es-ES" noProof="0" dirty="0"/>
              <a:t>/</a:t>
            </a:r>
            <a:r>
              <a:rPr lang="es-ES" noProof="0" dirty="0" err="1"/>
              <a:t>multivariate</a:t>
            </a:r>
            <a:r>
              <a:rPr lang="es-ES" noProof="0" dirty="0"/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07721D-D138-BF1A-B9AC-66975DFEBEBD}"/>
              </a:ext>
            </a:extLst>
          </p:cNvPr>
          <p:cNvSpPr txBox="1"/>
          <p:nvPr/>
        </p:nvSpPr>
        <p:spPr>
          <a:xfrm>
            <a:off x="3369469" y="5400713"/>
            <a:ext cx="13733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noProof="0" dirty="0" err="1"/>
              <a:t>Sliding</a:t>
            </a:r>
            <a:r>
              <a:rPr lang="es-ES" noProof="0" dirty="0"/>
              <a:t> </a:t>
            </a:r>
            <a:r>
              <a:rPr lang="es-ES" noProof="0" dirty="0" err="1"/>
              <a:t>windows</a:t>
            </a:r>
            <a:endParaRPr lang="es-ES" noProof="0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5D08CCCB-28AA-726E-A2B8-C21ACDF4AB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96499" y="3243393"/>
            <a:ext cx="795646" cy="795646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242A6EB3-F7E7-E56E-7CD2-D1CC0A0E89D1}"/>
              </a:ext>
            </a:extLst>
          </p:cNvPr>
          <p:cNvSpPr/>
          <p:nvPr/>
        </p:nvSpPr>
        <p:spPr>
          <a:xfrm>
            <a:off x="2805792" y="4071978"/>
            <a:ext cx="411480" cy="202849"/>
          </a:xfrm>
          <a:prstGeom prst="rightArrow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0BB8A5-9962-DBBB-AF6E-59C9FE62CCD4}"/>
              </a:ext>
            </a:extLst>
          </p:cNvPr>
          <p:cNvSpPr txBox="1"/>
          <p:nvPr/>
        </p:nvSpPr>
        <p:spPr>
          <a:xfrm>
            <a:off x="8762262" y="5535497"/>
            <a:ext cx="204943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ES" noProof="0" dirty="0" err="1"/>
              <a:t>Plots</a:t>
            </a:r>
            <a:endParaRPr lang="es-ES" noProof="0" dirty="0"/>
          </a:p>
        </p:txBody>
      </p:sp>
      <p:pic>
        <p:nvPicPr>
          <p:cNvPr id="19" name="Picture 18" descr="deepvats_intro.png">
            <a:extLst>
              <a:ext uri="{FF2B5EF4-FFF2-40B4-BE49-F238E27FC236}">
                <a16:creationId xmlns:a16="http://schemas.microsoft.com/office/drawing/2014/main" id="{CE2D0001-0DFD-4006-BDA5-F26730866F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941" t="21004" r="13639" b="16877"/>
          <a:stretch/>
        </p:blipFill>
        <p:spPr bwMode="auto">
          <a:xfrm>
            <a:off x="9080670" y="3629453"/>
            <a:ext cx="1605280" cy="1300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 descr="deepvats_intro.png">
            <a:extLst>
              <a:ext uri="{FF2B5EF4-FFF2-40B4-BE49-F238E27FC236}">
                <a16:creationId xmlns:a16="http://schemas.microsoft.com/office/drawing/2014/main" id="{7C68D5E1-D30B-3118-089B-C5833842C2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020" t="33136" b="28185"/>
          <a:stretch/>
        </p:blipFill>
        <p:spPr bwMode="auto">
          <a:xfrm>
            <a:off x="11021512" y="3661272"/>
            <a:ext cx="934155" cy="964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Arrow: Right 20">
            <a:extLst>
              <a:ext uri="{FF2B5EF4-FFF2-40B4-BE49-F238E27FC236}">
                <a16:creationId xmlns:a16="http://schemas.microsoft.com/office/drawing/2014/main" id="{2158BF8D-E998-FDB8-A1C5-101F85CE3F0E}"/>
              </a:ext>
            </a:extLst>
          </p:cNvPr>
          <p:cNvSpPr/>
          <p:nvPr/>
        </p:nvSpPr>
        <p:spPr>
          <a:xfrm>
            <a:off x="5297409" y="4077364"/>
            <a:ext cx="411480" cy="202849"/>
          </a:xfrm>
          <a:prstGeom prst="rightArrow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A0FF7E56-CC27-EAF7-DB71-8F618D37124D}"/>
              </a:ext>
            </a:extLst>
          </p:cNvPr>
          <p:cNvSpPr/>
          <p:nvPr/>
        </p:nvSpPr>
        <p:spPr>
          <a:xfrm>
            <a:off x="8046416" y="4076844"/>
            <a:ext cx="411480" cy="202849"/>
          </a:xfrm>
          <a:prstGeom prst="rightArrow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/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9BBDB000-7D50-19FF-6620-DC313971AD22}"/>
              </a:ext>
            </a:extLst>
          </p:cNvPr>
          <p:cNvCxnSpPr>
            <a:cxnSpLocks/>
            <a:endCxn id="5" idx="0"/>
          </p:cNvCxnSpPr>
          <p:nvPr/>
        </p:nvCxnSpPr>
        <p:spPr>
          <a:xfrm rot="16200000" flipH="1" flipV="1">
            <a:off x="8488628" y="-459946"/>
            <a:ext cx="37301" cy="5962622"/>
          </a:xfrm>
          <a:prstGeom prst="bentConnector3">
            <a:avLst>
              <a:gd name="adj1" fmla="val -612852"/>
            </a:avLst>
          </a:prstGeom>
          <a:ln w="254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634A2BF9-1F03-7E00-D436-3626DF36E453}"/>
              </a:ext>
            </a:extLst>
          </p:cNvPr>
          <p:cNvCxnSpPr>
            <a:cxnSpLocks/>
            <a:stCxn id="5" idx="2"/>
          </p:cNvCxnSpPr>
          <p:nvPr/>
        </p:nvCxnSpPr>
        <p:spPr>
          <a:xfrm rot="5400000" flipH="1" flipV="1">
            <a:off x="8488628" y="3146623"/>
            <a:ext cx="37301" cy="5962622"/>
          </a:xfrm>
          <a:prstGeom prst="bentConnector3">
            <a:avLst>
              <a:gd name="adj1" fmla="val -612852"/>
            </a:avLst>
          </a:prstGeom>
          <a:ln w="254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D38AD9F-83CE-4E00-DF3A-736A775B58E1}"/>
              </a:ext>
            </a:extLst>
          </p:cNvPr>
          <p:cNvSpPr txBox="1"/>
          <p:nvPr/>
        </p:nvSpPr>
        <p:spPr>
          <a:xfrm>
            <a:off x="7312884" y="1864273"/>
            <a:ext cx="247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noProof="0"/>
              <a:t>Human in </a:t>
            </a:r>
            <a:r>
              <a:rPr lang="es-ES" noProof="0" err="1"/>
              <a:t>the</a:t>
            </a:r>
            <a:r>
              <a:rPr lang="es-ES" noProof="0"/>
              <a:t> </a:t>
            </a:r>
            <a:r>
              <a:rPr lang="es-ES" noProof="0" err="1"/>
              <a:t>loop</a:t>
            </a:r>
            <a:endParaRPr lang="es-ES" noProof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7CA35FF4-75A3-B539-FB25-36FA1E857C91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b="61688"/>
          <a:stretch/>
        </p:blipFill>
        <p:spPr>
          <a:xfrm>
            <a:off x="3412979" y="3583741"/>
            <a:ext cx="1432684" cy="113982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D27D422-EB67-7976-A87E-10869F664E30}"/>
              </a:ext>
            </a:extLst>
          </p:cNvPr>
          <p:cNvSpPr txBox="1"/>
          <p:nvPr/>
        </p:nvSpPr>
        <p:spPr>
          <a:xfrm>
            <a:off x="10572626" y="5523507"/>
            <a:ext cx="16682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noProof="0" dirty="0" err="1"/>
              <a:t>Analyst</a:t>
            </a:r>
            <a:endParaRPr lang="es-ES" noProof="0" dirty="0"/>
          </a:p>
          <a:p>
            <a:pPr algn="ctr"/>
            <a:endParaRPr lang="es-ES" noProof="0" dirty="0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A3CA32C1-1435-DFDA-381A-AD15269C77B8}"/>
              </a:ext>
            </a:extLst>
          </p:cNvPr>
          <p:cNvSpPr/>
          <p:nvPr/>
        </p:nvSpPr>
        <p:spPr>
          <a:xfrm>
            <a:off x="10723649" y="4069147"/>
            <a:ext cx="411480" cy="202849"/>
          </a:xfrm>
          <a:prstGeom prst="rightArrow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A0DB512F-CC42-FB51-2AEF-00628BA39B4F}"/>
              </a:ext>
            </a:extLst>
          </p:cNvPr>
          <p:cNvSpPr/>
          <p:nvPr/>
        </p:nvSpPr>
        <p:spPr>
          <a:xfrm rot="10800000">
            <a:off x="172800" y="1296000"/>
            <a:ext cx="796394" cy="443231"/>
          </a:xfrm>
          <a:custGeom>
            <a:avLst/>
            <a:gdLst>
              <a:gd name="connsiteX0" fmla="*/ 205655 w 1561703"/>
              <a:gd name="connsiteY0" fmla="*/ 939723 h 939723"/>
              <a:gd name="connsiteX1" fmla="*/ 190670 w 1561703"/>
              <a:gd name="connsiteY1" fmla="*/ 939723 h 939723"/>
              <a:gd name="connsiteX2" fmla="*/ 0 w 1561703"/>
              <a:gd name="connsiteY2" fmla="*/ 749053 h 939723"/>
              <a:gd name="connsiteX3" fmla="*/ 0 w 1561703"/>
              <a:gd name="connsiteY3" fmla="*/ 307981 h 939723"/>
              <a:gd name="connsiteX4" fmla="*/ 444425 w 1561703"/>
              <a:gd name="connsiteY4" fmla="*/ 0 h 939723"/>
              <a:gd name="connsiteX5" fmla="*/ 1561703 w 1561703"/>
              <a:gd name="connsiteY5" fmla="*/ 0 h 939723"/>
              <a:gd name="connsiteX6" fmla="*/ 1084733 w 1561703"/>
              <a:gd name="connsiteY6" fmla="*/ 330535 h 939723"/>
              <a:gd name="connsiteX7" fmla="*/ 707509 w 1561703"/>
              <a:gd name="connsiteY7" fmla="*/ 330535 h 939723"/>
              <a:gd name="connsiteX8" fmla="*/ 673466 w 1561703"/>
              <a:gd name="connsiteY8" fmla="*/ 364578 h 939723"/>
              <a:gd name="connsiteX9" fmla="*/ 673466 w 1561703"/>
              <a:gd name="connsiteY9" fmla="*/ 364578 h 939723"/>
              <a:gd name="connsiteX10" fmla="*/ 673465 w 1561703"/>
              <a:gd name="connsiteY10" fmla="*/ 364578 h 939723"/>
              <a:gd name="connsiteX11" fmla="*/ 673465 w 1561703"/>
              <a:gd name="connsiteY11" fmla="*/ 534791 h 939723"/>
              <a:gd name="connsiteX12" fmla="*/ 789985 w 1561703"/>
              <a:gd name="connsiteY12" fmla="*/ 534791 h 939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561703" h="939723">
                <a:moveTo>
                  <a:pt x="205655" y="939723"/>
                </a:moveTo>
                <a:lnTo>
                  <a:pt x="190670" y="939723"/>
                </a:lnTo>
                <a:lnTo>
                  <a:pt x="0" y="749053"/>
                </a:lnTo>
                <a:lnTo>
                  <a:pt x="0" y="307981"/>
                </a:lnTo>
                <a:lnTo>
                  <a:pt x="444425" y="0"/>
                </a:lnTo>
                <a:lnTo>
                  <a:pt x="1561703" y="0"/>
                </a:lnTo>
                <a:lnTo>
                  <a:pt x="1084733" y="330535"/>
                </a:lnTo>
                <a:lnTo>
                  <a:pt x="707509" y="330535"/>
                </a:lnTo>
                <a:lnTo>
                  <a:pt x="673466" y="364578"/>
                </a:lnTo>
                <a:lnTo>
                  <a:pt x="673466" y="364578"/>
                </a:lnTo>
                <a:lnTo>
                  <a:pt x="673465" y="364578"/>
                </a:lnTo>
                <a:lnTo>
                  <a:pt x="673465" y="534791"/>
                </a:lnTo>
                <a:lnTo>
                  <a:pt x="789985" y="534791"/>
                </a:lnTo>
                <a:close/>
              </a:path>
            </a:pathLst>
          </a:custGeom>
          <a:solidFill>
            <a:srgbClr val="E6D0DE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 noProof="0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D74DD67B-A740-FE5B-2EE0-E07271A32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6272" y="3458351"/>
            <a:ext cx="1095791" cy="1341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2" name="Diagram 31">
            <a:extLst>
              <a:ext uri="{FF2B5EF4-FFF2-40B4-BE49-F238E27FC236}">
                <a16:creationId xmlns:a16="http://schemas.microsoft.com/office/drawing/2014/main" id="{EB7F8AD2-BB92-E8C9-C967-E83D7159A9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6322140"/>
              </p:ext>
            </p:extLst>
          </p:nvPr>
        </p:nvGraphicFramePr>
        <p:xfrm>
          <a:off x="1657803" y="157282"/>
          <a:ext cx="9242297" cy="2107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32044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079"/>
    </mc:Choice>
    <mc:Fallback xmlns="">
      <p:transition spd="slow" advTm="4707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7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2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50" autoRev="1" fill="remov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" dur="250" autoRev="1" fill="remov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9" dur="250" autoRev="1" fill="remove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" dur="250" autoRev="1" fill="remove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250" autoRev="1" fill="remove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27" presetClass="emph" presetSubtype="0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4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250" autoRev="1" fill="remov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" dur="25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9" dur="25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" dur="25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" dur="250" autoRev="1" fill="remove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5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6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25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1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2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6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7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27" presetClass="emph" presetSubtype="0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" dur="250" autoRev="1" fill="remove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81" dur="250" autoRev="1" fill="remove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" dur="250" autoRev="1" fill="remove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" dur="250" autoRev="1" fill="remove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86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8" dur="250" autoRev="1" fill="remov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93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4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5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" dur="250" autoRev="1" fill="remov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98" dur="250" autoRev="1" fill="remov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9" dur="250" autoRev="1" fill="remov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" dur="250" autoRev="1" fill="remov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27" presetClass="emph" presetSubtype="0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250" autoRev="1" fill="remov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03" dur="250" autoRev="1" fill="remove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4" dur="250" autoRev="1" fill="remove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5" dur="250" autoRev="1" fill="remove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7" dur="250" autoRev="1" fill="remov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08" dur="250" autoRev="1" fill="remove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9" dur="250" autoRev="1" fill="remove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0" dur="250" autoRev="1" fill="remove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/>
      <p:bldP spid="8" grpId="1"/>
      <p:bldP spid="10" grpId="0"/>
      <p:bldP spid="10" grpId="1"/>
      <p:bldP spid="12" grpId="0"/>
      <p:bldP spid="12" grpId="1"/>
      <p:bldP spid="13" grpId="0"/>
      <p:bldP spid="13" grpId="1"/>
      <p:bldP spid="16" grpId="0" animBg="1"/>
      <p:bldP spid="16" grpId="1" animBg="1"/>
      <p:bldP spid="17" grpId="0"/>
      <p:bldP spid="17" grpId="1"/>
      <p:bldP spid="21" grpId="0" animBg="1"/>
      <p:bldP spid="21" grpId="1" animBg="1"/>
      <p:bldP spid="22" grpId="0" animBg="1"/>
      <p:bldP spid="22" grpId="1" animBg="1"/>
      <p:bldP spid="25" grpId="0"/>
      <p:bldP spid="28" grpId="0"/>
      <p:bldP spid="2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B6CE7-2495-EE9C-6B91-CB18C95B6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2B79D05-07F6-6102-475D-15A293698C99}"/>
              </a:ext>
            </a:extLst>
          </p:cNvPr>
          <p:cNvSpPr/>
          <p:nvPr/>
        </p:nvSpPr>
        <p:spPr>
          <a:xfrm>
            <a:off x="-498606" y="1255220"/>
            <a:ext cx="13189209" cy="5946229"/>
          </a:xfrm>
          <a:prstGeom prst="roundRect">
            <a:avLst>
              <a:gd name="adj" fmla="val 5714"/>
            </a:avLst>
          </a:prstGeom>
          <a:solidFill>
            <a:srgbClr val="F5F8F9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DBA400E8-166A-280E-4164-1B4051E1F7D1}"/>
              </a:ext>
            </a:extLst>
          </p:cNvPr>
          <p:cNvSpPr/>
          <p:nvPr/>
        </p:nvSpPr>
        <p:spPr>
          <a:xfrm>
            <a:off x="8549899" y="1581350"/>
            <a:ext cx="3425992" cy="5946229"/>
          </a:xfrm>
          <a:prstGeom prst="roundRect">
            <a:avLst>
              <a:gd name="adj" fmla="val 5714"/>
            </a:avLst>
          </a:prstGeom>
          <a:solidFill>
            <a:srgbClr val="F5F8F9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s-ES" sz="2200" dirty="0" err="1">
                <a:solidFill>
                  <a:schemeClr val="tx1"/>
                </a:solidFill>
                <a:latin typeface="+mj-lt"/>
              </a:rPr>
              <a:t>Select</a:t>
            </a:r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8EDAD15-7AB4-587F-F95A-E1F519EDDCE4}"/>
              </a:ext>
            </a:extLst>
          </p:cNvPr>
          <p:cNvSpPr/>
          <p:nvPr/>
        </p:nvSpPr>
        <p:spPr>
          <a:xfrm>
            <a:off x="902090" y="-2869258"/>
            <a:ext cx="10753725" cy="3843728"/>
          </a:xfrm>
          <a:prstGeom prst="roundRect">
            <a:avLst>
              <a:gd name="adj" fmla="val 571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s-ES" sz="2800" b="1" dirty="0">
                <a:solidFill>
                  <a:schemeClr val="tx1"/>
                </a:solidFill>
                <a:latin typeface="+mj-lt"/>
              </a:rPr>
              <a:t>DL </a:t>
            </a:r>
            <a:r>
              <a:rPr lang="es-ES" sz="2800" b="1" dirty="0" err="1">
                <a:solidFill>
                  <a:schemeClr val="tx1"/>
                </a:solidFill>
                <a:latin typeface="+mj-lt"/>
              </a:rPr>
              <a:t>Implementation</a:t>
            </a:r>
            <a:endParaRPr lang="es-ES" sz="28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F55A7-C4CC-D595-DCBA-2813B3CBC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6E274-3D30-4D47-98D0-0581248BD0B1}" type="slidenum">
              <a:rPr lang="es-ES" noProof="0" smtClean="0"/>
              <a:t>8</a:t>
            </a:fld>
            <a:endParaRPr lang="es-ES" noProof="0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D2949233-0B07-B8EA-E378-A0F3556B16BC}"/>
              </a:ext>
            </a:extLst>
          </p:cNvPr>
          <p:cNvSpPr/>
          <p:nvPr/>
        </p:nvSpPr>
        <p:spPr>
          <a:xfrm>
            <a:off x="620892" y="1581350"/>
            <a:ext cx="3425992" cy="5946229"/>
          </a:xfrm>
          <a:prstGeom prst="roundRect">
            <a:avLst>
              <a:gd name="adj" fmla="val 5714"/>
            </a:avLst>
          </a:prstGeom>
          <a:solidFill>
            <a:srgbClr val="F5F8F9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s-ES" sz="2200" dirty="0">
                <a:solidFill>
                  <a:schemeClr val="tx1"/>
                </a:solidFill>
                <a:latin typeface="+mj-lt"/>
              </a:rPr>
              <a:t>Original DL </a:t>
            </a:r>
            <a:r>
              <a:rPr lang="es-ES" sz="2200" dirty="0" err="1">
                <a:solidFill>
                  <a:schemeClr val="tx1"/>
                </a:solidFill>
                <a:latin typeface="+mj-lt"/>
              </a:rPr>
              <a:t>model</a:t>
            </a:r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D146B70C-6BBB-3B60-3EF5-B672857F864F}"/>
              </a:ext>
            </a:extLst>
          </p:cNvPr>
          <p:cNvSpPr/>
          <p:nvPr/>
        </p:nvSpPr>
        <p:spPr>
          <a:xfrm>
            <a:off x="4569798" y="1581350"/>
            <a:ext cx="3425992" cy="5946229"/>
          </a:xfrm>
          <a:prstGeom prst="roundRect">
            <a:avLst>
              <a:gd name="adj" fmla="val 5714"/>
            </a:avLst>
          </a:prstGeom>
          <a:solidFill>
            <a:srgbClr val="F5F8F9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s-ES" sz="2200" dirty="0" err="1">
                <a:solidFill>
                  <a:schemeClr val="tx1"/>
                </a:solidFill>
                <a:latin typeface="+mj-lt"/>
              </a:rPr>
              <a:t>Exist</a:t>
            </a:r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</p:txBody>
      </p:sp>
      <p:graphicFrame>
        <p:nvGraphicFramePr>
          <p:cNvPr id="60" name="Diagram 59">
            <a:extLst>
              <a:ext uri="{FF2B5EF4-FFF2-40B4-BE49-F238E27FC236}">
                <a16:creationId xmlns:a16="http://schemas.microsoft.com/office/drawing/2014/main" id="{076B3DD2-1E97-13F4-3FCE-AD769FCEEAB4}"/>
              </a:ext>
            </a:extLst>
          </p:cNvPr>
          <p:cNvGraphicFramePr/>
          <p:nvPr/>
        </p:nvGraphicFramePr>
        <p:xfrm>
          <a:off x="1657803" y="157282"/>
          <a:ext cx="9242297" cy="2107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Graphic 9">
            <a:extLst>
              <a:ext uri="{FF2B5EF4-FFF2-40B4-BE49-F238E27FC236}">
                <a16:creationId xmlns:a16="http://schemas.microsoft.com/office/drawing/2014/main" id="{C8319ECE-E77B-9A0B-B94D-10BDB975B61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9733" y="2693071"/>
            <a:ext cx="795646" cy="795646"/>
          </a:xfrm>
          <a:prstGeom prst="rect">
            <a:avLst/>
          </a:prstGeom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82CD0EC6-EC78-A6B4-64F9-94534C11C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132" y="4060335"/>
            <a:ext cx="3010954" cy="1101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8639D47-0330-4F60-4C09-F5F008FDFA0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4693" y="5602780"/>
            <a:ext cx="3120394" cy="53601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6FBB2FE-7D3B-77F5-B24C-364092FBC1D2}"/>
              </a:ext>
            </a:extLst>
          </p:cNvPr>
          <p:cNvSpPr txBox="1"/>
          <p:nvPr/>
        </p:nvSpPr>
        <p:spPr>
          <a:xfrm>
            <a:off x="2079358" y="2352230"/>
            <a:ext cx="12551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noProof="0" dirty="0"/>
              <a:t>M </a:t>
            </a:r>
            <a:r>
              <a:rPr lang="es-ES" noProof="0" dirty="0" err="1"/>
              <a:t>asked</a:t>
            </a:r>
            <a:endParaRPr lang="es-ES" b="1" noProof="0" dirty="0"/>
          </a:p>
          <a:p>
            <a:r>
              <a:rPr lang="es-ES" b="1" noProof="0" dirty="0"/>
              <a:t>T </a:t>
            </a:r>
            <a:r>
              <a:rPr lang="es-ES" noProof="0" dirty="0" err="1"/>
              <a:t>ime</a:t>
            </a:r>
            <a:endParaRPr lang="es-ES" b="1" noProof="0" dirty="0"/>
          </a:p>
          <a:p>
            <a:r>
              <a:rPr lang="es-ES" b="1" noProof="0" dirty="0"/>
              <a:t>S </a:t>
            </a:r>
            <a:r>
              <a:rPr lang="es-ES" noProof="0" dirty="0" err="1"/>
              <a:t>eries</a:t>
            </a:r>
            <a:endParaRPr lang="es-ES" b="1" noProof="0" dirty="0"/>
          </a:p>
          <a:p>
            <a:r>
              <a:rPr lang="es-ES" b="1" noProof="0" dirty="0"/>
              <a:t>A </a:t>
            </a:r>
            <a:r>
              <a:rPr lang="es-ES" noProof="0" dirty="0" err="1"/>
              <a:t>uto</a:t>
            </a:r>
            <a:endParaRPr lang="es-ES" b="1" noProof="0" dirty="0"/>
          </a:p>
          <a:p>
            <a:r>
              <a:rPr lang="es-ES" b="1" noProof="0" dirty="0"/>
              <a:t>E </a:t>
            </a:r>
            <a:r>
              <a:rPr lang="es-ES" dirty="0" err="1"/>
              <a:t>ncoder</a:t>
            </a:r>
            <a:endParaRPr lang="es-ES" b="1" noProof="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EB808D-F097-267E-25D3-321CB6FD7250}"/>
              </a:ext>
            </a:extLst>
          </p:cNvPr>
          <p:cNvSpPr txBox="1"/>
          <p:nvPr/>
        </p:nvSpPr>
        <p:spPr>
          <a:xfrm>
            <a:off x="5166382" y="2180934"/>
            <a:ext cx="2440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noProof="0" dirty="0" err="1"/>
              <a:t>Foundation</a:t>
            </a:r>
            <a:r>
              <a:rPr lang="es-ES" b="1" noProof="0" dirty="0"/>
              <a:t> </a:t>
            </a:r>
            <a:r>
              <a:rPr lang="es-ES" b="1" noProof="0" dirty="0" err="1"/>
              <a:t>models</a:t>
            </a:r>
            <a:endParaRPr lang="es-ES" b="1" noProof="0" dirty="0"/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D8EE6F6D-6E3F-06FE-4239-DE4F29D03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5262" y="2805138"/>
            <a:ext cx="3069925" cy="3611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Imagen 1" descr="Diagrama&#10;&#10;El contenido generado por inteligencia artificial puede ser incorrecto.">
            <a:extLst>
              <a:ext uri="{FF2B5EF4-FFF2-40B4-BE49-F238E27FC236}">
                <a16:creationId xmlns:a16="http://schemas.microsoft.com/office/drawing/2014/main" id="{7881CB46-8D2A-8F62-B17B-907F81CC35DD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3868" t="2935" r="31074" b="20281"/>
          <a:stretch>
            <a:fillRect/>
          </a:stretch>
        </p:blipFill>
        <p:spPr>
          <a:xfrm>
            <a:off x="8592374" y="1820295"/>
            <a:ext cx="3283187" cy="200926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8537D6A-C75B-E4B5-D58D-0E68A9B4B6DA}"/>
              </a:ext>
            </a:extLst>
          </p:cNvPr>
          <p:cNvSpPr txBox="1"/>
          <p:nvPr/>
        </p:nvSpPr>
        <p:spPr>
          <a:xfrm>
            <a:off x="9035144" y="4155688"/>
            <a:ext cx="2743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noProof="0" dirty="0"/>
              <a:t>MOMENT</a:t>
            </a:r>
          </a:p>
          <a:p>
            <a:pPr marL="285750" indent="-285750">
              <a:buFontTx/>
              <a:buChar char="-"/>
            </a:pPr>
            <a:r>
              <a:rPr lang="es-ES" noProof="0" dirty="0"/>
              <a:t>Open </a:t>
            </a:r>
            <a:r>
              <a:rPr lang="es-ES" noProof="0" dirty="0" err="1"/>
              <a:t>source</a:t>
            </a:r>
            <a:endParaRPr lang="es-ES" noProof="0" dirty="0"/>
          </a:p>
          <a:p>
            <a:pPr marL="285750" indent="-285750">
              <a:buFontTx/>
              <a:buChar char="-"/>
            </a:pPr>
            <a:r>
              <a:rPr lang="es-ES" dirty="0" err="1"/>
              <a:t>Multi-task</a:t>
            </a:r>
            <a:endParaRPr lang="es-ES" dirty="0"/>
          </a:p>
          <a:p>
            <a:pPr marL="285750" indent="-285750">
              <a:buFontTx/>
              <a:buChar char="-"/>
            </a:pPr>
            <a:r>
              <a:rPr lang="es-ES" noProof="0" dirty="0" err="1"/>
              <a:t>Embeddings</a:t>
            </a:r>
            <a:r>
              <a:rPr lang="es-ES" noProof="0" dirty="0"/>
              <a:t> capture TS </a:t>
            </a:r>
            <a:r>
              <a:rPr lang="es-ES" noProof="0" dirty="0" err="1"/>
              <a:t>behaviors</a:t>
            </a:r>
            <a:endParaRPr lang="es-ES" noProof="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92752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684"/>
    </mc:Choice>
    <mc:Fallback xmlns="">
      <p:transition spd="slow" advTm="4068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1" grpId="0" animBg="1"/>
      <p:bldP spid="50" grpId="0" animBg="1"/>
      <p:bldP spid="16" grpId="0"/>
      <p:bldP spid="16" grpId="1" uiExpand="1" build="allAtOnce"/>
      <p:bldP spid="17" grpId="0"/>
      <p:bldP spid="17" grpId="1" build="allAtOnce"/>
      <p:bldP spid="21" grpId="0"/>
      <p:bldP spid="21" grpId="1" build="allAtOnce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9CE18-C5CC-BF83-A754-739C45CB4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1BC644E-A2FA-3970-F19C-088E2075766B}"/>
              </a:ext>
            </a:extLst>
          </p:cNvPr>
          <p:cNvSpPr/>
          <p:nvPr/>
        </p:nvSpPr>
        <p:spPr>
          <a:xfrm>
            <a:off x="-498606" y="1255220"/>
            <a:ext cx="13189209" cy="5946229"/>
          </a:xfrm>
          <a:prstGeom prst="roundRect">
            <a:avLst>
              <a:gd name="adj" fmla="val 5714"/>
            </a:avLst>
          </a:prstGeom>
          <a:solidFill>
            <a:srgbClr val="F5F8F9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BA72B012-F495-0EE2-57AF-48241B9AC6C2}"/>
              </a:ext>
            </a:extLst>
          </p:cNvPr>
          <p:cNvSpPr/>
          <p:nvPr/>
        </p:nvSpPr>
        <p:spPr>
          <a:xfrm>
            <a:off x="8549899" y="1581350"/>
            <a:ext cx="3425992" cy="5946229"/>
          </a:xfrm>
          <a:prstGeom prst="roundRect">
            <a:avLst>
              <a:gd name="adj" fmla="val 5714"/>
            </a:avLst>
          </a:prstGeom>
          <a:solidFill>
            <a:srgbClr val="F5F8F9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s-ES" sz="2200" dirty="0" err="1">
                <a:solidFill>
                  <a:schemeClr val="tx1"/>
                </a:solidFill>
                <a:latin typeface="+mj-lt"/>
              </a:rPr>
              <a:t>Added</a:t>
            </a:r>
            <a:r>
              <a:rPr lang="es-ES" sz="2200" dirty="0">
                <a:solidFill>
                  <a:schemeClr val="tx1"/>
                </a:solidFill>
                <a:latin typeface="+mj-lt"/>
              </a:rPr>
              <a:t> DM </a:t>
            </a:r>
            <a:r>
              <a:rPr lang="es-ES" sz="2200" dirty="0" err="1">
                <a:solidFill>
                  <a:schemeClr val="tx1"/>
                </a:solidFill>
                <a:latin typeface="+mj-lt"/>
              </a:rPr>
              <a:t>tool</a:t>
            </a:r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B3C0E1F-FCBA-0A93-7373-924DDB9BEAA5}"/>
              </a:ext>
            </a:extLst>
          </p:cNvPr>
          <p:cNvSpPr/>
          <p:nvPr/>
        </p:nvSpPr>
        <p:spPr>
          <a:xfrm>
            <a:off x="902090" y="-2869258"/>
            <a:ext cx="10753725" cy="3843728"/>
          </a:xfrm>
          <a:prstGeom prst="roundRect">
            <a:avLst>
              <a:gd name="adj" fmla="val 571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s-ES" sz="2800" b="1" dirty="0">
                <a:solidFill>
                  <a:schemeClr val="tx1"/>
                </a:solidFill>
                <a:latin typeface="+mj-lt"/>
              </a:rPr>
              <a:t>DM </a:t>
            </a:r>
            <a:r>
              <a:rPr lang="es-ES" sz="2800" b="1" dirty="0" err="1">
                <a:solidFill>
                  <a:schemeClr val="tx1"/>
                </a:solidFill>
                <a:latin typeface="+mj-lt"/>
              </a:rPr>
              <a:t>Implementation</a:t>
            </a:r>
            <a:endParaRPr lang="es-ES" sz="28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7D754-B1ED-DA12-DA07-BDD1AFF2C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6E274-3D30-4D47-98D0-0581248BD0B1}" type="slidenum">
              <a:rPr lang="es-ES" noProof="0" smtClean="0"/>
              <a:t>9</a:t>
            </a:fld>
            <a:endParaRPr lang="es-ES" noProof="0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3E38F8B6-76A1-5D88-A732-C274905EE163}"/>
              </a:ext>
            </a:extLst>
          </p:cNvPr>
          <p:cNvSpPr/>
          <p:nvPr/>
        </p:nvSpPr>
        <p:spPr>
          <a:xfrm>
            <a:off x="620892" y="1581350"/>
            <a:ext cx="3425992" cy="5946229"/>
          </a:xfrm>
          <a:prstGeom prst="roundRect">
            <a:avLst>
              <a:gd name="adj" fmla="val 5714"/>
            </a:avLst>
          </a:prstGeom>
          <a:solidFill>
            <a:srgbClr val="F5F8F9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s-ES" sz="2200" dirty="0">
                <a:solidFill>
                  <a:schemeClr val="tx1"/>
                </a:solidFill>
                <a:latin typeface="+mj-lt"/>
              </a:rPr>
              <a:t>Original DL </a:t>
            </a:r>
            <a:r>
              <a:rPr lang="es-ES" sz="2200" dirty="0" err="1">
                <a:solidFill>
                  <a:schemeClr val="tx1"/>
                </a:solidFill>
                <a:latin typeface="+mj-lt"/>
              </a:rPr>
              <a:t>model</a:t>
            </a:r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60A088EB-52C9-C62B-5944-101E542BAC21}"/>
              </a:ext>
            </a:extLst>
          </p:cNvPr>
          <p:cNvSpPr/>
          <p:nvPr/>
        </p:nvSpPr>
        <p:spPr>
          <a:xfrm>
            <a:off x="4569798" y="1581350"/>
            <a:ext cx="3425992" cy="5946229"/>
          </a:xfrm>
          <a:prstGeom prst="roundRect">
            <a:avLst>
              <a:gd name="adj" fmla="val 5714"/>
            </a:avLst>
          </a:prstGeom>
          <a:solidFill>
            <a:srgbClr val="F5F8F9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s-ES" sz="2200" dirty="0" err="1">
                <a:solidFill>
                  <a:schemeClr val="tx1"/>
                </a:solidFill>
                <a:latin typeface="+mj-lt"/>
              </a:rPr>
              <a:t>Added</a:t>
            </a:r>
            <a:r>
              <a:rPr lang="es-ES" sz="2200" dirty="0">
                <a:solidFill>
                  <a:schemeClr val="tx1"/>
                </a:solidFill>
                <a:latin typeface="+mj-lt"/>
              </a:rPr>
              <a:t> DL </a:t>
            </a:r>
            <a:r>
              <a:rPr lang="es-ES" sz="2200" dirty="0" err="1">
                <a:solidFill>
                  <a:schemeClr val="tx1"/>
                </a:solidFill>
                <a:latin typeface="+mj-lt"/>
              </a:rPr>
              <a:t>model</a:t>
            </a:r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2200" dirty="0">
              <a:solidFill>
                <a:schemeClr val="tx1"/>
              </a:solidFill>
              <a:latin typeface="+mj-lt"/>
            </a:endParaRPr>
          </a:p>
        </p:txBody>
      </p:sp>
      <p:graphicFrame>
        <p:nvGraphicFramePr>
          <p:cNvPr id="60" name="Diagram 59">
            <a:extLst>
              <a:ext uri="{FF2B5EF4-FFF2-40B4-BE49-F238E27FC236}">
                <a16:creationId xmlns:a16="http://schemas.microsoft.com/office/drawing/2014/main" id="{90827DE1-7E67-F812-ABEF-71FA416B4733}"/>
              </a:ext>
            </a:extLst>
          </p:cNvPr>
          <p:cNvGraphicFramePr/>
          <p:nvPr/>
        </p:nvGraphicFramePr>
        <p:xfrm>
          <a:off x="1657803" y="157282"/>
          <a:ext cx="9242297" cy="2107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Graphic 9">
            <a:extLst>
              <a:ext uri="{FF2B5EF4-FFF2-40B4-BE49-F238E27FC236}">
                <a16:creationId xmlns:a16="http://schemas.microsoft.com/office/drawing/2014/main" id="{587CC1E1-9F7F-5685-7DB8-09A74A3EA1A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9733" y="2693071"/>
            <a:ext cx="795646" cy="795646"/>
          </a:xfrm>
          <a:prstGeom prst="rect">
            <a:avLst/>
          </a:prstGeom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F5D76872-26E9-95F0-7E9F-06113F0BDA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132" y="4060335"/>
            <a:ext cx="3010954" cy="1101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0E0BA62-CA60-40BE-2C7A-01C6EE1F25E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4693" y="5602780"/>
            <a:ext cx="3120394" cy="53601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E6B5F67-3599-EE72-977E-C4BF279CF11E}"/>
              </a:ext>
            </a:extLst>
          </p:cNvPr>
          <p:cNvSpPr txBox="1"/>
          <p:nvPr/>
        </p:nvSpPr>
        <p:spPr>
          <a:xfrm>
            <a:off x="2079358" y="2352230"/>
            <a:ext cx="12551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noProof="0" dirty="0"/>
              <a:t>M </a:t>
            </a:r>
            <a:r>
              <a:rPr lang="es-ES" noProof="0" dirty="0" err="1"/>
              <a:t>asked</a:t>
            </a:r>
            <a:endParaRPr lang="es-ES" b="1" noProof="0" dirty="0"/>
          </a:p>
          <a:p>
            <a:r>
              <a:rPr lang="es-ES" b="1" noProof="0" dirty="0"/>
              <a:t>T </a:t>
            </a:r>
            <a:r>
              <a:rPr lang="es-ES" noProof="0" dirty="0" err="1"/>
              <a:t>ime</a:t>
            </a:r>
            <a:endParaRPr lang="es-ES" b="1" noProof="0" dirty="0"/>
          </a:p>
          <a:p>
            <a:r>
              <a:rPr lang="es-ES" b="1" noProof="0" dirty="0"/>
              <a:t>S </a:t>
            </a:r>
            <a:r>
              <a:rPr lang="es-ES" noProof="0" dirty="0" err="1"/>
              <a:t>eries</a:t>
            </a:r>
            <a:endParaRPr lang="es-ES" b="1" noProof="0" dirty="0"/>
          </a:p>
          <a:p>
            <a:r>
              <a:rPr lang="es-ES" b="1" noProof="0" dirty="0"/>
              <a:t>A </a:t>
            </a:r>
            <a:r>
              <a:rPr lang="es-ES" noProof="0" dirty="0" err="1"/>
              <a:t>uto</a:t>
            </a:r>
            <a:endParaRPr lang="es-ES" b="1" noProof="0" dirty="0"/>
          </a:p>
          <a:p>
            <a:r>
              <a:rPr lang="es-ES" b="1" noProof="0" dirty="0"/>
              <a:t>E </a:t>
            </a:r>
            <a:r>
              <a:rPr lang="es-ES" dirty="0" err="1"/>
              <a:t>ncoder</a:t>
            </a:r>
            <a:endParaRPr lang="es-ES" b="1" noProof="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0E5E86-489F-C137-26B8-FCD2BFFD4F85}"/>
              </a:ext>
            </a:extLst>
          </p:cNvPr>
          <p:cNvSpPr txBox="1"/>
          <p:nvPr/>
        </p:nvSpPr>
        <p:spPr>
          <a:xfrm>
            <a:off x="5029201" y="2167564"/>
            <a:ext cx="2394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noProof="0" dirty="0" err="1"/>
              <a:t>Foundation</a:t>
            </a:r>
            <a:r>
              <a:rPr lang="es-ES" b="1" noProof="0" dirty="0"/>
              <a:t> </a:t>
            </a:r>
            <a:r>
              <a:rPr lang="es-ES" b="1" noProof="0" dirty="0" err="1"/>
              <a:t>models</a:t>
            </a:r>
            <a:endParaRPr lang="es-ES" b="1" noProof="0" dirty="0"/>
          </a:p>
          <a:p>
            <a:pPr algn="ctr"/>
            <a:r>
              <a:rPr lang="es-ES" b="1" noProof="0" dirty="0"/>
              <a:t>MOMENT</a:t>
            </a:r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83B8176E-3D4D-4DCD-3793-E610B47B8B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5262" y="2805138"/>
            <a:ext cx="3069925" cy="3611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5AA243B-C974-D7B3-1F80-67F0C663D54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39722" y="2352230"/>
            <a:ext cx="3246345" cy="356786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B5D8BC9-EB88-7186-CA96-3F8220B72EA4}"/>
              </a:ext>
            </a:extLst>
          </p:cNvPr>
          <p:cNvSpPr txBox="1"/>
          <p:nvPr/>
        </p:nvSpPr>
        <p:spPr>
          <a:xfrm>
            <a:off x="8852593" y="1705899"/>
            <a:ext cx="2820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noProof="0" dirty="0"/>
              <a:t>Matrix </a:t>
            </a:r>
            <a:r>
              <a:rPr lang="es-ES" b="1" noProof="0" dirty="0" err="1"/>
              <a:t>Profile</a:t>
            </a:r>
            <a:endParaRPr lang="es-ES" b="1" noProof="0" dirty="0"/>
          </a:p>
          <a:p>
            <a:pPr algn="ctr"/>
            <a:r>
              <a:rPr lang="es-ES" b="1" dirty="0" err="1"/>
              <a:t>Mplot</a:t>
            </a:r>
            <a:r>
              <a:rPr lang="es-ES" b="1" dirty="0"/>
              <a:t> &amp; pseudo-</a:t>
            </a:r>
            <a:r>
              <a:rPr lang="es-ES" b="1" dirty="0" err="1"/>
              <a:t>MPlot</a:t>
            </a:r>
            <a:endParaRPr lang="es-ES" b="1" noProof="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DCA5064-7D79-F6EB-5365-94D78A7B7879}"/>
              </a:ext>
            </a:extLst>
          </p:cNvPr>
          <p:cNvGrpSpPr/>
          <p:nvPr/>
        </p:nvGrpSpPr>
        <p:grpSpPr>
          <a:xfrm>
            <a:off x="8639722" y="2476779"/>
            <a:ext cx="3246345" cy="3071359"/>
            <a:chOff x="6962664" y="2065584"/>
            <a:chExt cx="5104726" cy="42588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9479602-8767-78F7-7579-D473C7D607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962664" y="2065584"/>
              <a:ext cx="5104726" cy="4258800"/>
            </a:xfrm>
            <a:prstGeom prst="rect">
              <a:avLst/>
            </a:prstGeom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1A9F0F9-8F04-1275-601B-4DC1B9E63D1B}"/>
                </a:ext>
              </a:extLst>
            </p:cNvPr>
            <p:cNvCxnSpPr>
              <a:cxnSpLocks/>
            </p:cNvCxnSpPr>
            <p:nvPr/>
          </p:nvCxnSpPr>
          <p:spPr>
            <a:xfrm>
              <a:off x="7781333" y="2466975"/>
              <a:ext cx="362542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B5B98383-6898-6B76-2436-C65236C1DB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3238" y="2366963"/>
              <a:ext cx="0" cy="285749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F2EA3B88-773F-40EE-EA11-705B318D24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42313" y="2366962"/>
              <a:ext cx="0" cy="285749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6569339-1DB7-86B1-FC6B-E20B989C3F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37576" y="2366962"/>
              <a:ext cx="0" cy="285749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3980CEDA-0208-C7F7-CA26-6D463B3109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28075" y="2366962"/>
              <a:ext cx="0" cy="285749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0810D7C-1E97-257B-071C-18270475F590}"/>
                </a:ext>
              </a:extLst>
            </p:cNvPr>
            <p:cNvCxnSpPr>
              <a:cxnSpLocks/>
            </p:cNvCxnSpPr>
            <p:nvPr/>
          </p:nvCxnSpPr>
          <p:spPr>
            <a:xfrm>
              <a:off x="9109050" y="2366962"/>
              <a:ext cx="0" cy="523876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DCD9DAF-6EFD-F464-5C75-663B5B919EA9}"/>
                </a:ext>
              </a:extLst>
            </p:cNvPr>
            <p:cNvCxnSpPr>
              <a:cxnSpLocks/>
            </p:cNvCxnSpPr>
            <p:nvPr/>
          </p:nvCxnSpPr>
          <p:spPr>
            <a:xfrm>
              <a:off x="9256688" y="2366962"/>
              <a:ext cx="0" cy="523876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EDE7665B-E10C-4DF0-AE8A-B0EFC08B1DB4}"/>
                </a:ext>
              </a:extLst>
            </p:cNvPr>
            <p:cNvCxnSpPr>
              <a:cxnSpLocks/>
            </p:cNvCxnSpPr>
            <p:nvPr/>
          </p:nvCxnSpPr>
          <p:spPr>
            <a:xfrm>
              <a:off x="9752345" y="2466975"/>
              <a:ext cx="373088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A1FE165D-0168-96BC-DBE4-8587726FD117}"/>
                </a:ext>
              </a:extLst>
            </p:cNvPr>
            <p:cNvCxnSpPr>
              <a:cxnSpLocks/>
            </p:cNvCxnSpPr>
            <p:nvPr/>
          </p:nvCxnSpPr>
          <p:spPr>
            <a:xfrm>
              <a:off x="9515027" y="2381248"/>
              <a:ext cx="0" cy="285749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AA6303D0-AF42-4412-D96F-3C9217D65669}"/>
                </a:ext>
              </a:extLst>
            </p:cNvPr>
            <p:cNvCxnSpPr>
              <a:cxnSpLocks/>
            </p:cNvCxnSpPr>
            <p:nvPr/>
          </p:nvCxnSpPr>
          <p:spPr>
            <a:xfrm>
              <a:off x="10195023" y="2466975"/>
              <a:ext cx="373088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5CBD1C1A-4E8A-EF3E-84CC-3B163A75A6EA}"/>
                </a:ext>
              </a:extLst>
            </p:cNvPr>
            <p:cNvCxnSpPr>
              <a:cxnSpLocks/>
            </p:cNvCxnSpPr>
            <p:nvPr/>
          </p:nvCxnSpPr>
          <p:spPr>
            <a:xfrm>
              <a:off x="10623648" y="2466975"/>
              <a:ext cx="373088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1534464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684"/>
    </mc:Choice>
    <mc:Fallback xmlns="">
      <p:transition spd="slow" advTm="4068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3" grpId="0"/>
      <p:bldP spid="3" grpId="1" build="allAtOnce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8FC2C-A549-B0A1-AF95-56D9E81D1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F07EB952-3D6F-45AB-20B7-81EF828E9B0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05426532"/>
              </p:ext>
            </p:extLst>
          </p:nvPr>
        </p:nvGraphicFramePr>
        <p:xfrm>
          <a:off x="838198" y="2715067"/>
          <a:ext cx="10515600" cy="2452492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67008637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1792675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29037026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35714553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114252278"/>
                    </a:ext>
                  </a:extLst>
                </a:gridCol>
              </a:tblGrid>
              <a:tr h="623692"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noProof="0" dirty="0" err="1"/>
                        <a:t>DeepVATS</a:t>
                      </a:r>
                      <a:endParaRPr lang="es-ES" noProof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4751165"/>
                  </a:ext>
                </a:extLst>
              </a:tr>
              <a:tr h="361346"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noProof="0"/>
                        <a:t>15 min.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5077084"/>
                  </a:ext>
                </a:extLst>
              </a:tr>
              <a:tr h="361346"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noProof="0"/>
                        <a:t>31 min.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3764179"/>
                  </a:ext>
                </a:extLst>
              </a:tr>
              <a:tr h="361346"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noProof="0"/>
                        <a:t>2,6 horas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679865"/>
                  </a:ext>
                </a:extLst>
              </a:tr>
              <a:tr h="361346"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noProof="0"/>
                        <a:t>8 horas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noProof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554739"/>
                  </a:ext>
                </a:extLst>
              </a:tr>
              <a:tr h="361346"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noProof="0"/>
                        <a:t>1,7 días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noProof="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8922899"/>
                  </a:ext>
                </a:extLst>
              </a:tr>
            </a:tbl>
          </a:graphicData>
        </a:graphic>
      </p:graphicFrame>
      <p:graphicFrame>
        <p:nvGraphicFramePr>
          <p:cNvPr id="12" name="Content Placeholder 9">
            <a:extLst>
              <a:ext uri="{FF2B5EF4-FFF2-40B4-BE49-F238E27FC236}">
                <a16:creationId xmlns:a16="http://schemas.microsoft.com/office/drawing/2014/main" id="{3556EF2F-E59F-93A6-2A25-0ADD15536FE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58678944"/>
              </p:ext>
            </p:extLst>
          </p:nvPr>
        </p:nvGraphicFramePr>
        <p:xfrm>
          <a:off x="838196" y="2710937"/>
          <a:ext cx="10515600" cy="246888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67008637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1792675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29037026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35714553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114252278"/>
                    </a:ext>
                  </a:extLst>
                </a:gridCol>
              </a:tblGrid>
              <a:tr h="623692"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noProof="0" dirty="0" err="1"/>
                        <a:t>DeepVATS</a:t>
                      </a:r>
                      <a:r>
                        <a:rPr lang="es-ES" noProof="0" dirty="0"/>
                        <a:t> + </a:t>
                      </a:r>
                      <a:r>
                        <a:rPr lang="es-ES" noProof="0" dirty="0" err="1"/>
                        <a:t>MPlot</a:t>
                      </a:r>
                      <a:r>
                        <a:rPr lang="es-ES" noProof="0" dirty="0"/>
                        <a:t> (Completo)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4751165"/>
                  </a:ext>
                </a:extLst>
              </a:tr>
              <a:tr h="361346"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noProof="0"/>
                        <a:t>46.34 seg.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5077084"/>
                  </a:ext>
                </a:extLst>
              </a:tr>
              <a:tr h="361346"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noProof="0"/>
                        <a:t>9 min.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3764179"/>
                  </a:ext>
                </a:extLst>
              </a:tr>
              <a:tr h="361346"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noProof="0"/>
                        <a:t>OOM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679865"/>
                  </a:ext>
                </a:extLst>
              </a:tr>
              <a:tr h="361346"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noProof="0"/>
                        <a:t>OOM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554739"/>
                  </a:ext>
                </a:extLst>
              </a:tr>
              <a:tr h="361346"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noProof="0"/>
                        <a:t>OOM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noProof="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8922899"/>
                  </a:ext>
                </a:extLst>
              </a:tr>
            </a:tbl>
          </a:graphicData>
        </a:graphic>
      </p:graphicFrame>
      <p:graphicFrame>
        <p:nvGraphicFramePr>
          <p:cNvPr id="13" name="Content Placeholder 9">
            <a:extLst>
              <a:ext uri="{FF2B5EF4-FFF2-40B4-BE49-F238E27FC236}">
                <a16:creationId xmlns:a16="http://schemas.microsoft.com/office/drawing/2014/main" id="{C1EA1DC5-0746-F119-D4C0-BAAB33FB8AD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97535548"/>
              </p:ext>
            </p:extLst>
          </p:nvPr>
        </p:nvGraphicFramePr>
        <p:xfrm>
          <a:off x="838198" y="2713736"/>
          <a:ext cx="10515600" cy="246888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67008637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1792675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29037026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35714553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114252278"/>
                    </a:ext>
                  </a:extLst>
                </a:gridCol>
              </a:tblGrid>
              <a:tr h="623692"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noProof="0" dirty="0" err="1"/>
                        <a:t>DeepVATS</a:t>
                      </a:r>
                      <a:r>
                        <a:rPr lang="es-ES" noProof="0" dirty="0"/>
                        <a:t> + </a:t>
                      </a:r>
                      <a:r>
                        <a:rPr lang="es-ES" noProof="0" dirty="0" err="1"/>
                        <a:t>MPlot</a:t>
                      </a:r>
                      <a:r>
                        <a:rPr lang="es-ES" noProof="0" dirty="0"/>
                        <a:t> (10K)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4751165"/>
                  </a:ext>
                </a:extLst>
              </a:tr>
              <a:tr h="361346">
                <a:tc>
                  <a:txBody>
                    <a:bodyPr/>
                    <a:lstStyle/>
                    <a:p>
                      <a:pPr algn="ctr"/>
                      <a:endParaRPr lang="es-ES" noProof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noProof="0"/>
                        <a:t>7.30 seg.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5077084"/>
                  </a:ext>
                </a:extLst>
              </a:tr>
              <a:tr h="361346"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noProof="0"/>
                        <a:t>7.42 seg.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3764179"/>
                  </a:ext>
                </a:extLst>
              </a:tr>
              <a:tr h="361346"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noProof="0"/>
                        <a:t>4.98 seg.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679865"/>
                  </a:ext>
                </a:extLst>
              </a:tr>
              <a:tr h="361346"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noProof="0"/>
                        <a:t>7.08 </a:t>
                      </a:r>
                      <a:r>
                        <a:rPr lang="es-ES" noProof="0" err="1"/>
                        <a:t>seg</a:t>
                      </a:r>
                      <a:r>
                        <a:rPr lang="es-ES" noProof="0"/>
                        <a:t>.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554739"/>
                  </a:ext>
                </a:extLst>
              </a:tr>
              <a:tr h="361346"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noProof="0" dirty="0"/>
                        <a:t>6.93 </a:t>
                      </a:r>
                      <a:r>
                        <a:rPr lang="es-ES" noProof="0" dirty="0" err="1"/>
                        <a:t>seg</a:t>
                      </a:r>
                      <a:r>
                        <a:rPr lang="es-ES" noProof="0" dirty="0"/>
                        <a:t>.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8922899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D3C47F-C145-C6E2-AB90-030608C29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6E274-3D30-4D47-98D0-0581248BD0B1}" type="slidenum">
              <a:rPr lang="es-ES" noProof="0" smtClean="0"/>
              <a:t>10</a:t>
            </a:fld>
            <a:endParaRPr lang="es-ES" noProof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4460C56-2BF1-9665-E795-271382F53D0B}"/>
              </a:ext>
            </a:extLst>
          </p:cNvPr>
          <p:cNvSpPr/>
          <p:nvPr/>
        </p:nvSpPr>
        <p:spPr>
          <a:xfrm>
            <a:off x="902090" y="-2869258"/>
            <a:ext cx="10753725" cy="3843728"/>
          </a:xfrm>
          <a:prstGeom prst="roundRect">
            <a:avLst>
              <a:gd name="adj" fmla="val 571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s-ES" sz="2800" b="1" dirty="0">
                <a:solidFill>
                  <a:schemeClr val="tx1"/>
                </a:solidFill>
                <a:latin typeface="+mj-lt"/>
              </a:rPr>
              <a:t>Experimental </a:t>
            </a:r>
            <a:r>
              <a:rPr lang="es-ES" sz="2800" b="1" dirty="0" err="1">
                <a:solidFill>
                  <a:schemeClr val="tx1"/>
                </a:solidFill>
                <a:latin typeface="+mj-lt"/>
              </a:rPr>
              <a:t>results</a:t>
            </a:r>
            <a:r>
              <a:rPr lang="es-ES" sz="2800" b="1" dirty="0">
                <a:solidFill>
                  <a:schemeClr val="tx1"/>
                </a:solidFill>
                <a:latin typeface="+mj-lt"/>
              </a:rPr>
              <a:t> (</a:t>
            </a:r>
            <a:r>
              <a:rPr lang="es-ES" sz="2800" b="1" dirty="0" err="1">
                <a:solidFill>
                  <a:schemeClr val="tx1"/>
                </a:solidFill>
                <a:latin typeface="+mj-lt"/>
              </a:rPr>
              <a:t>Mplot</a:t>
            </a:r>
            <a:r>
              <a:rPr lang="es-ES" sz="2800" b="1" dirty="0">
                <a:solidFill>
                  <a:schemeClr val="tx1"/>
                </a:solidFill>
                <a:latin typeface="+mj-lt"/>
              </a:rPr>
              <a:t>)</a:t>
            </a:r>
            <a:endParaRPr lang="es-ES" sz="2800" b="1" dirty="0">
              <a:solidFill>
                <a:schemeClr val="bg2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B38FE16F-F3EF-E0B4-7A18-68E070A8F1A7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A06E274-3D30-4D47-98D0-0581248BD0B1}" type="slidenum">
              <a:rPr lang="es-ES" smtClean="0"/>
              <a:pPr/>
              <a:t>10</a:t>
            </a:fld>
            <a:endParaRPr lang="es-ES"/>
          </a:p>
        </p:txBody>
      </p:sp>
      <p:graphicFrame>
        <p:nvGraphicFramePr>
          <p:cNvPr id="32" name="Diagram 31">
            <a:extLst>
              <a:ext uri="{FF2B5EF4-FFF2-40B4-BE49-F238E27FC236}">
                <a16:creationId xmlns:a16="http://schemas.microsoft.com/office/drawing/2014/main" id="{352DA9FA-2F9A-ED9C-7620-B1F742B5CD7C}"/>
              </a:ext>
            </a:extLst>
          </p:cNvPr>
          <p:cNvGraphicFramePr/>
          <p:nvPr/>
        </p:nvGraphicFramePr>
        <p:xfrm>
          <a:off x="1657803" y="157282"/>
          <a:ext cx="9242297" cy="2107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11" name="Group 10">
            <a:extLst>
              <a:ext uri="{FF2B5EF4-FFF2-40B4-BE49-F238E27FC236}">
                <a16:creationId xmlns:a16="http://schemas.microsoft.com/office/drawing/2014/main" id="{C884AC4F-BA05-CFA5-51CE-FC4C08FD7E47}"/>
              </a:ext>
            </a:extLst>
          </p:cNvPr>
          <p:cNvGrpSpPr/>
          <p:nvPr/>
        </p:nvGrpSpPr>
        <p:grpSpPr>
          <a:xfrm>
            <a:off x="0" y="1285200"/>
            <a:ext cx="1003300" cy="659583"/>
            <a:chOff x="11353800" y="6453113"/>
            <a:chExt cx="1003300" cy="659583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B4C94E2-C79A-4E01-510C-7E4733D36D30}"/>
                </a:ext>
              </a:extLst>
            </p:cNvPr>
            <p:cNvGrpSpPr/>
            <p:nvPr/>
          </p:nvGrpSpPr>
          <p:grpSpPr>
            <a:xfrm>
              <a:off x="11353800" y="6453113"/>
              <a:ext cx="1003300" cy="659583"/>
              <a:chOff x="3297767" y="3824883"/>
              <a:chExt cx="1967439" cy="1398425"/>
            </a:xfrm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A6A61CF0-AF97-2942-E07D-3BAD06CC1A5E}"/>
                  </a:ext>
                </a:extLst>
              </p:cNvPr>
              <p:cNvSpPr/>
              <p:nvPr/>
            </p:nvSpPr>
            <p:spPr>
              <a:xfrm>
                <a:off x="3297767" y="3824883"/>
                <a:ext cx="1967439" cy="1011436"/>
              </a:xfrm>
              <a:custGeom>
                <a:avLst/>
                <a:gdLst>
                  <a:gd name="connsiteX0" fmla="*/ 544307 w 1967439"/>
                  <a:gd name="connsiteY0" fmla="*/ 35856 h 1011436"/>
                  <a:gd name="connsiteX1" fmla="*/ 99882 w 1967439"/>
                  <a:gd name="connsiteY1" fmla="*/ 343837 h 1011436"/>
                  <a:gd name="connsiteX2" fmla="*/ 99882 w 1967439"/>
                  <a:gd name="connsiteY2" fmla="*/ 784909 h 1011436"/>
                  <a:gd name="connsiteX3" fmla="*/ 277377 w 1967439"/>
                  <a:gd name="connsiteY3" fmla="*/ 962404 h 1011436"/>
                  <a:gd name="connsiteX4" fmla="*/ 772541 w 1967439"/>
                  <a:gd name="connsiteY4" fmla="*/ 628302 h 1011436"/>
                  <a:gd name="connsiteX5" fmla="*/ 772541 w 1967439"/>
                  <a:gd name="connsiteY5" fmla="*/ 645044 h 1011436"/>
                  <a:gd name="connsiteX6" fmla="*/ 817605 w 1967439"/>
                  <a:gd name="connsiteY6" fmla="*/ 645044 h 1011436"/>
                  <a:gd name="connsiteX7" fmla="*/ 327728 w 1967439"/>
                  <a:gd name="connsiteY7" fmla="*/ 975579 h 1011436"/>
                  <a:gd name="connsiteX8" fmla="*/ 1423935 w 1967439"/>
                  <a:gd name="connsiteY8" fmla="*/ 975579 h 1011436"/>
                  <a:gd name="connsiteX9" fmla="*/ 1868360 w 1967439"/>
                  <a:gd name="connsiteY9" fmla="*/ 667598 h 1011436"/>
                  <a:gd name="connsiteX10" fmla="*/ 1868360 w 1967439"/>
                  <a:gd name="connsiteY10" fmla="*/ 226526 h 1011436"/>
                  <a:gd name="connsiteX11" fmla="*/ 1694924 w 1967439"/>
                  <a:gd name="connsiteY11" fmla="*/ 53090 h 1011436"/>
                  <a:gd name="connsiteX12" fmla="*/ 1120328 w 1967439"/>
                  <a:gd name="connsiteY12" fmla="*/ 440788 h 1011436"/>
                  <a:gd name="connsiteX13" fmla="*/ 1050451 w 1967439"/>
                  <a:gd name="connsiteY13" fmla="*/ 440788 h 1011436"/>
                  <a:gd name="connsiteX14" fmla="*/ 1650589 w 1967439"/>
                  <a:gd name="connsiteY14" fmla="*/ 35856 h 1011436"/>
                  <a:gd name="connsiteX15" fmla="*/ 415649 w 1967439"/>
                  <a:gd name="connsiteY15" fmla="*/ 0 h 1011436"/>
                  <a:gd name="connsiteX16" fmla="*/ 1805418 w 1967439"/>
                  <a:gd name="connsiteY16" fmla="*/ 0 h 1011436"/>
                  <a:gd name="connsiteX17" fmla="*/ 1967439 w 1967439"/>
                  <a:gd name="connsiteY17" fmla="*/ 149704 h 1011436"/>
                  <a:gd name="connsiteX18" fmla="*/ 1967439 w 1967439"/>
                  <a:gd name="connsiteY18" fmla="*/ 734223 h 1011436"/>
                  <a:gd name="connsiteX19" fmla="*/ 1567412 w 1967439"/>
                  <a:gd name="connsiteY19" fmla="*/ 1011436 h 1011436"/>
                  <a:gd name="connsiteX20" fmla="*/ 176031 w 1967439"/>
                  <a:gd name="connsiteY20" fmla="*/ 1011436 h 1011436"/>
                  <a:gd name="connsiteX21" fmla="*/ 0 w 1967439"/>
                  <a:gd name="connsiteY21" fmla="*/ 837823 h 1011436"/>
                  <a:gd name="connsiteX22" fmla="*/ 0 w 1967439"/>
                  <a:gd name="connsiteY22" fmla="*/ 288040 h 1011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967439" h="1011436">
                    <a:moveTo>
                      <a:pt x="544307" y="35856"/>
                    </a:moveTo>
                    <a:lnTo>
                      <a:pt x="99882" y="343837"/>
                    </a:lnTo>
                    <a:lnTo>
                      <a:pt x="99882" y="784909"/>
                    </a:lnTo>
                    <a:lnTo>
                      <a:pt x="277377" y="962404"/>
                    </a:lnTo>
                    <a:lnTo>
                      <a:pt x="772541" y="628302"/>
                    </a:lnTo>
                    <a:lnTo>
                      <a:pt x="772541" y="645044"/>
                    </a:lnTo>
                    <a:lnTo>
                      <a:pt x="817605" y="645044"/>
                    </a:lnTo>
                    <a:lnTo>
                      <a:pt x="327728" y="975579"/>
                    </a:lnTo>
                    <a:lnTo>
                      <a:pt x="1423935" y="975579"/>
                    </a:lnTo>
                    <a:lnTo>
                      <a:pt x="1868360" y="667598"/>
                    </a:lnTo>
                    <a:lnTo>
                      <a:pt x="1868360" y="226526"/>
                    </a:lnTo>
                    <a:lnTo>
                      <a:pt x="1694924" y="53090"/>
                    </a:lnTo>
                    <a:lnTo>
                      <a:pt x="1120328" y="440788"/>
                    </a:lnTo>
                    <a:lnTo>
                      <a:pt x="1050451" y="440788"/>
                    </a:lnTo>
                    <a:lnTo>
                      <a:pt x="1650589" y="35856"/>
                    </a:lnTo>
                    <a:close/>
                    <a:moveTo>
                      <a:pt x="415649" y="0"/>
                    </a:moveTo>
                    <a:lnTo>
                      <a:pt x="1805418" y="0"/>
                    </a:lnTo>
                    <a:lnTo>
                      <a:pt x="1967439" y="149704"/>
                    </a:lnTo>
                    <a:lnTo>
                      <a:pt x="1967439" y="734223"/>
                    </a:lnTo>
                    <a:lnTo>
                      <a:pt x="1567412" y="1011436"/>
                    </a:lnTo>
                    <a:lnTo>
                      <a:pt x="176031" y="1011436"/>
                    </a:lnTo>
                    <a:lnTo>
                      <a:pt x="0" y="837823"/>
                    </a:lnTo>
                    <a:lnTo>
                      <a:pt x="0" y="288040"/>
                    </a:lnTo>
                    <a:close/>
                  </a:path>
                </a:pathLst>
              </a:custGeom>
              <a:solidFill>
                <a:schemeClr val="accent5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29A55FD-B829-4F91-F661-1C5458AA375D}"/>
                  </a:ext>
                </a:extLst>
              </p:cNvPr>
              <p:cNvSpPr txBox="1"/>
              <p:nvPr/>
            </p:nvSpPr>
            <p:spPr>
              <a:xfrm>
                <a:off x="4281487" y="4440263"/>
                <a:ext cx="561974" cy="7830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s-ES" b="1" noProof="0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11D635C-D561-3F4E-68A0-903F68F84A8E}"/>
                </a:ext>
              </a:extLst>
            </p:cNvPr>
            <p:cNvGrpSpPr/>
            <p:nvPr/>
          </p:nvGrpSpPr>
          <p:grpSpPr>
            <a:xfrm>
              <a:off x="11402594" y="6470025"/>
              <a:ext cx="911035" cy="446579"/>
              <a:chOff x="11402594" y="6470025"/>
              <a:chExt cx="911035" cy="446579"/>
            </a:xfrm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94D39BDC-37F0-3CEB-20B3-6FFBD3DA9C59}"/>
                  </a:ext>
                </a:extLst>
              </p:cNvPr>
              <p:cNvSpPr/>
              <p:nvPr/>
            </p:nvSpPr>
            <p:spPr>
              <a:xfrm rot="10800000">
                <a:off x="11517235" y="6473373"/>
                <a:ext cx="796394" cy="443231"/>
              </a:xfrm>
              <a:custGeom>
                <a:avLst/>
                <a:gdLst>
                  <a:gd name="connsiteX0" fmla="*/ 205655 w 1561703"/>
                  <a:gd name="connsiteY0" fmla="*/ 939723 h 939723"/>
                  <a:gd name="connsiteX1" fmla="*/ 190670 w 1561703"/>
                  <a:gd name="connsiteY1" fmla="*/ 939723 h 939723"/>
                  <a:gd name="connsiteX2" fmla="*/ 0 w 1561703"/>
                  <a:gd name="connsiteY2" fmla="*/ 749053 h 939723"/>
                  <a:gd name="connsiteX3" fmla="*/ 0 w 1561703"/>
                  <a:gd name="connsiteY3" fmla="*/ 307981 h 939723"/>
                  <a:gd name="connsiteX4" fmla="*/ 444425 w 1561703"/>
                  <a:gd name="connsiteY4" fmla="*/ 0 h 939723"/>
                  <a:gd name="connsiteX5" fmla="*/ 1561703 w 1561703"/>
                  <a:gd name="connsiteY5" fmla="*/ 0 h 939723"/>
                  <a:gd name="connsiteX6" fmla="*/ 1084733 w 1561703"/>
                  <a:gd name="connsiteY6" fmla="*/ 330535 h 939723"/>
                  <a:gd name="connsiteX7" fmla="*/ 707509 w 1561703"/>
                  <a:gd name="connsiteY7" fmla="*/ 330535 h 939723"/>
                  <a:gd name="connsiteX8" fmla="*/ 673466 w 1561703"/>
                  <a:gd name="connsiteY8" fmla="*/ 364578 h 939723"/>
                  <a:gd name="connsiteX9" fmla="*/ 673466 w 1561703"/>
                  <a:gd name="connsiteY9" fmla="*/ 364578 h 939723"/>
                  <a:gd name="connsiteX10" fmla="*/ 673465 w 1561703"/>
                  <a:gd name="connsiteY10" fmla="*/ 364578 h 939723"/>
                  <a:gd name="connsiteX11" fmla="*/ 673465 w 1561703"/>
                  <a:gd name="connsiteY11" fmla="*/ 534791 h 939723"/>
                  <a:gd name="connsiteX12" fmla="*/ 789985 w 1561703"/>
                  <a:gd name="connsiteY12" fmla="*/ 534791 h 9397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61703" h="939723">
                    <a:moveTo>
                      <a:pt x="205655" y="939723"/>
                    </a:moveTo>
                    <a:lnTo>
                      <a:pt x="190670" y="939723"/>
                    </a:lnTo>
                    <a:lnTo>
                      <a:pt x="0" y="749053"/>
                    </a:lnTo>
                    <a:lnTo>
                      <a:pt x="0" y="307981"/>
                    </a:lnTo>
                    <a:lnTo>
                      <a:pt x="444425" y="0"/>
                    </a:lnTo>
                    <a:lnTo>
                      <a:pt x="1561703" y="0"/>
                    </a:lnTo>
                    <a:lnTo>
                      <a:pt x="1084733" y="330535"/>
                    </a:lnTo>
                    <a:lnTo>
                      <a:pt x="707509" y="330535"/>
                    </a:lnTo>
                    <a:lnTo>
                      <a:pt x="673466" y="364578"/>
                    </a:lnTo>
                    <a:lnTo>
                      <a:pt x="673466" y="364578"/>
                    </a:lnTo>
                    <a:lnTo>
                      <a:pt x="673465" y="364578"/>
                    </a:lnTo>
                    <a:lnTo>
                      <a:pt x="673465" y="534791"/>
                    </a:lnTo>
                    <a:lnTo>
                      <a:pt x="789985" y="534791"/>
                    </a:lnTo>
                    <a:close/>
                  </a:path>
                </a:pathLst>
              </a:custGeom>
              <a:solidFill>
                <a:srgbClr val="E6D0DE">
                  <a:alpha val="50000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/>
              </a:p>
            </p:txBody>
          </p:sp>
          <p:sp>
            <p:nvSpPr>
              <p:cNvPr id="3" name="Freeform: Shape 2">
                <a:extLst>
                  <a:ext uri="{FF2B5EF4-FFF2-40B4-BE49-F238E27FC236}">
                    <a16:creationId xmlns:a16="http://schemas.microsoft.com/office/drawing/2014/main" id="{7A6095E4-4FB8-0F62-4AE6-0C6964EAB7E4}"/>
                  </a:ext>
                </a:extLst>
              </p:cNvPr>
              <p:cNvSpPr/>
              <p:nvPr/>
            </p:nvSpPr>
            <p:spPr>
              <a:xfrm>
                <a:off x="11402594" y="6470025"/>
                <a:ext cx="796394" cy="443231"/>
              </a:xfrm>
              <a:custGeom>
                <a:avLst/>
                <a:gdLst>
                  <a:gd name="connsiteX0" fmla="*/ 444425 w 1561703"/>
                  <a:gd name="connsiteY0" fmla="*/ 0 h 939723"/>
                  <a:gd name="connsiteX1" fmla="*/ 1561703 w 1561703"/>
                  <a:gd name="connsiteY1" fmla="*/ 0 h 939723"/>
                  <a:gd name="connsiteX2" fmla="*/ 977374 w 1561703"/>
                  <a:gd name="connsiteY2" fmla="*/ 404933 h 939723"/>
                  <a:gd name="connsiteX3" fmla="*/ 1095011 w 1561703"/>
                  <a:gd name="connsiteY3" fmla="*/ 404933 h 939723"/>
                  <a:gd name="connsiteX4" fmla="*/ 1095011 w 1561703"/>
                  <a:gd name="connsiteY4" fmla="*/ 575146 h 939723"/>
                  <a:gd name="connsiteX5" fmla="*/ 1060968 w 1561703"/>
                  <a:gd name="connsiteY5" fmla="*/ 609189 h 939723"/>
                  <a:gd name="connsiteX6" fmla="*/ 682626 w 1561703"/>
                  <a:gd name="connsiteY6" fmla="*/ 609189 h 939723"/>
                  <a:gd name="connsiteX7" fmla="*/ 205655 w 1561703"/>
                  <a:gd name="connsiteY7" fmla="*/ 939723 h 939723"/>
                  <a:gd name="connsiteX8" fmla="*/ 190670 w 1561703"/>
                  <a:gd name="connsiteY8" fmla="*/ 939723 h 939723"/>
                  <a:gd name="connsiteX9" fmla="*/ 0 w 1561703"/>
                  <a:gd name="connsiteY9" fmla="*/ 749053 h 939723"/>
                  <a:gd name="connsiteX10" fmla="*/ 0 w 1561703"/>
                  <a:gd name="connsiteY10" fmla="*/ 307981 h 9397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61703" h="939723">
                    <a:moveTo>
                      <a:pt x="444425" y="0"/>
                    </a:moveTo>
                    <a:lnTo>
                      <a:pt x="1561703" y="0"/>
                    </a:lnTo>
                    <a:lnTo>
                      <a:pt x="977374" y="404933"/>
                    </a:lnTo>
                    <a:lnTo>
                      <a:pt x="1095011" y="404933"/>
                    </a:lnTo>
                    <a:lnTo>
                      <a:pt x="1095011" y="575146"/>
                    </a:lnTo>
                    <a:lnTo>
                      <a:pt x="1060968" y="609189"/>
                    </a:lnTo>
                    <a:lnTo>
                      <a:pt x="682626" y="609189"/>
                    </a:lnTo>
                    <a:lnTo>
                      <a:pt x="205655" y="939723"/>
                    </a:lnTo>
                    <a:lnTo>
                      <a:pt x="190670" y="939723"/>
                    </a:lnTo>
                    <a:lnTo>
                      <a:pt x="0" y="749053"/>
                    </a:lnTo>
                    <a:lnTo>
                      <a:pt x="0" y="307981"/>
                    </a:lnTo>
                    <a:close/>
                  </a:path>
                </a:pathLst>
              </a:custGeom>
              <a:solidFill>
                <a:srgbClr val="FFD1AD">
                  <a:alpha val="50000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/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A55B7153-85EB-0C32-88DC-37CDB40901ED}"/>
              </a:ext>
            </a:extLst>
          </p:cNvPr>
          <p:cNvSpPr/>
          <p:nvPr/>
        </p:nvSpPr>
        <p:spPr>
          <a:xfrm>
            <a:off x="5419725" y="2431161"/>
            <a:ext cx="6076950" cy="38290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>
              <a:solidFill>
                <a:schemeClr val="tx1"/>
              </a:solidFill>
            </a:endParaRPr>
          </a:p>
          <a:p>
            <a:pPr algn="ctr"/>
            <a:endParaRPr lang="es-ES" noProof="0">
              <a:solidFill>
                <a:schemeClr val="tx1"/>
              </a:solidFill>
            </a:endParaRPr>
          </a:p>
          <a:p>
            <a:pPr algn="ctr"/>
            <a:endParaRPr lang="es-ES" noProof="0">
              <a:solidFill>
                <a:schemeClr val="tx1"/>
              </a:solidFill>
            </a:endParaRPr>
          </a:p>
          <a:p>
            <a:pPr algn="ctr"/>
            <a:endParaRPr lang="es-ES" noProof="0">
              <a:solidFill>
                <a:schemeClr val="tx1"/>
              </a:solidFill>
            </a:endParaRPr>
          </a:p>
          <a:p>
            <a:pPr algn="ctr"/>
            <a:endParaRPr lang="es-ES" noProof="0">
              <a:solidFill>
                <a:schemeClr val="tx1"/>
              </a:solidFill>
            </a:endParaRPr>
          </a:p>
          <a:p>
            <a:pPr algn="ctr"/>
            <a:endParaRPr lang="es-ES" noProof="0">
              <a:solidFill>
                <a:schemeClr val="tx1"/>
              </a:solidFill>
            </a:endParaRPr>
          </a:p>
          <a:p>
            <a:pPr algn="ctr"/>
            <a:endParaRPr lang="es-ES" noProof="0">
              <a:solidFill>
                <a:schemeClr val="tx1"/>
              </a:solidFill>
            </a:endParaRPr>
          </a:p>
          <a:p>
            <a:pPr algn="ctr"/>
            <a:endParaRPr lang="es-ES" noProof="0">
              <a:solidFill>
                <a:schemeClr val="tx1"/>
              </a:solidFill>
            </a:endParaRPr>
          </a:p>
          <a:p>
            <a:pPr algn="ctr"/>
            <a:endParaRPr lang="es-ES" noProof="0">
              <a:solidFill>
                <a:schemeClr val="tx1"/>
              </a:solidFill>
            </a:endParaRPr>
          </a:p>
          <a:p>
            <a:pPr algn="ctr"/>
            <a:endParaRPr lang="es-ES" noProof="0">
              <a:solidFill>
                <a:schemeClr val="tx1"/>
              </a:solidFill>
            </a:endParaRPr>
          </a:p>
          <a:p>
            <a:pPr algn="ctr"/>
            <a:endParaRPr lang="es-ES" noProof="0">
              <a:solidFill>
                <a:schemeClr val="tx1"/>
              </a:solidFill>
            </a:endParaRPr>
          </a:p>
          <a:p>
            <a:pPr algn="ctr"/>
            <a:endParaRPr lang="es-ES" noProof="0">
              <a:solidFill>
                <a:schemeClr val="tx1"/>
              </a:solidFill>
            </a:endParaRPr>
          </a:p>
          <a:p>
            <a:pPr algn="ctr"/>
            <a:endParaRPr lang="es-ES" noProof="0">
              <a:solidFill>
                <a:schemeClr val="tx1"/>
              </a:solidFill>
            </a:endParaRPr>
          </a:p>
          <a:p>
            <a:pPr algn="ctr"/>
            <a:endParaRPr lang="es-ES" noProof="0">
              <a:solidFill>
                <a:schemeClr val="tx1"/>
              </a:solidFill>
            </a:endParaRPr>
          </a:p>
          <a:p>
            <a:pPr algn="ctr"/>
            <a:endParaRPr lang="es-ES" noProof="0">
              <a:solidFill>
                <a:schemeClr val="tx1"/>
              </a:solidFill>
            </a:endParaRPr>
          </a:p>
          <a:p>
            <a:pPr algn="ctr"/>
            <a:endParaRPr lang="es-ES" noProof="0">
              <a:solidFill>
                <a:schemeClr val="tx1"/>
              </a:solidFill>
            </a:endParaRPr>
          </a:p>
          <a:p>
            <a:pPr algn="ctr"/>
            <a:r>
              <a:rPr lang="es-ES" b="1" noProof="0" err="1">
                <a:solidFill>
                  <a:schemeClr val="tx1"/>
                </a:solidFill>
              </a:rPr>
              <a:t>Execution</a:t>
            </a:r>
            <a:r>
              <a:rPr lang="es-ES" b="1" noProof="0">
                <a:solidFill>
                  <a:schemeClr val="tx1"/>
                </a:solidFill>
              </a:rPr>
              <a:t> times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F66283-31FE-0451-BEE7-872262CBCA89}"/>
              </a:ext>
            </a:extLst>
          </p:cNvPr>
          <p:cNvSpPr/>
          <p:nvPr/>
        </p:nvSpPr>
        <p:spPr>
          <a:xfrm>
            <a:off x="695325" y="2431161"/>
            <a:ext cx="4429125" cy="38290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>
              <a:solidFill>
                <a:schemeClr val="tx1"/>
              </a:solidFill>
            </a:endParaRPr>
          </a:p>
          <a:p>
            <a:pPr algn="ctr"/>
            <a:endParaRPr lang="es-ES" noProof="0" dirty="0">
              <a:solidFill>
                <a:schemeClr val="tx1"/>
              </a:solidFill>
            </a:endParaRPr>
          </a:p>
          <a:p>
            <a:pPr algn="ctr"/>
            <a:endParaRPr lang="es-ES" noProof="0" dirty="0">
              <a:solidFill>
                <a:schemeClr val="tx1"/>
              </a:solidFill>
            </a:endParaRPr>
          </a:p>
          <a:p>
            <a:pPr algn="ctr"/>
            <a:endParaRPr lang="es-ES" noProof="0" dirty="0">
              <a:solidFill>
                <a:schemeClr val="tx1"/>
              </a:solidFill>
            </a:endParaRPr>
          </a:p>
          <a:p>
            <a:pPr algn="ctr"/>
            <a:endParaRPr lang="es-ES" noProof="0" dirty="0">
              <a:solidFill>
                <a:schemeClr val="tx1"/>
              </a:solidFill>
            </a:endParaRPr>
          </a:p>
          <a:p>
            <a:pPr algn="ctr"/>
            <a:endParaRPr lang="es-ES" noProof="0" dirty="0">
              <a:solidFill>
                <a:schemeClr val="tx1"/>
              </a:solidFill>
            </a:endParaRPr>
          </a:p>
          <a:p>
            <a:pPr algn="ctr"/>
            <a:endParaRPr lang="es-ES" noProof="0" dirty="0">
              <a:solidFill>
                <a:schemeClr val="tx1"/>
              </a:solidFill>
            </a:endParaRPr>
          </a:p>
          <a:p>
            <a:pPr algn="ctr"/>
            <a:endParaRPr lang="es-ES" noProof="0" dirty="0">
              <a:solidFill>
                <a:schemeClr val="tx1"/>
              </a:solidFill>
            </a:endParaRPr>
          </a:p>
          <a:p>
            <a:pPr algn="ctr"/>
            <a:endParaRPr lang="es-ES" noProof="0" dirty="0">
              <a:solidFill>
                <a:schemeClr val="tx1"/>
              </a:solidFill>
            </a:endParaRPr>
          </a:p>
          <a:p>
            <a:pPr algn="ctr"/>
            <a:endParaRPr lang="es-ES" noProof="0" dirty="0">
              <a:solidFill>
                <a:schemeClr val="tx1"/>
              </a:solidFill>
            </a:endParaRPr>
          </a:p>
          <a:p>
            <a:pPr algn="ctr"/>
            <a:endParaRPr lang="es-ES" noProof="0" dirty="0">
              <a:solidFill>
                <a:schemeClr val="tx1"/>
              </a:solidFill>
            </a:endParaRPr>
          </a:p>
          <a:p>
            <a:pPr algn="ctr"/>
            <a:endParaRPr lang="es-ES" noProof="0" dirty="0">
              <a:solidFill>
                <a:schemeClr val="tx1"/>
              </a:solidFill>
            </a:endParaRPr>
          </a:p>
          <a:p>
            <a:pPr algn="ctr"/>
            <a:endParaRPr lang="es-ES" noProof="0" dirty="0">
              <a:solidFill>
                <a:schemeClr val="tx1"/>
              </a:solidFill>
            </a:endParaRPr>
          </a:p>
          <a:p>
            <a:pPr algn="ctr"/>
            <a:endParaRPr lang="es-ES" noProof="0" dirty="0">
              <a:solidFill>
                <a:schemeClr val="tx1"/>
              </a:solidFill>
            </a:endParaRPr>
          </a:p>
          <a:p>
            <a:pPr algn="ctr"/>
            <a:endParaRPr lang="es-ES" noProof="0" dirty="0">
              <a:solidFill>
                <a:schemeClr val="tx1"/>
              </a:solidFill>
            </a:endParaRPr>
          </a:p>
          <a:p>
            <a:pPr algn="ctr"/>
            <a:endParaRPr lang="es-ES" noProof="0" dirty="0">
              <a:solidFill>
                <a:schemeClr val="tx1"/>
              </a:solidFill>
            </a:endParaRPr>
          </a:p>
          <a:p>
            <a:pPr algn="ctr"/>
            <a:r>
              <a:rPr lang="es-ES" b="1" noProof="0" dirty="0">
                <a:solidFill>
                  <a:schemeClr val="tx1"/>
                </a:solidFill>
              </a:rPr>
              <a:t>Time series</a:t>
            </a:r>
          </a:p>
        </p:txBody>
      </p:sp>
      <p:graphicFrame>
        <p:nvGraphicFramePr>
          <p:cNvPr id="8" name="Content Placeholder 9">
            <a:extLst>
              <a:ext uri="{FF2B5EF4-FFF2-40B4-BE49-F238E27FC236}">
                <a16:creationId xmlns:a16="http://schemas.microsoft.com/office/drawing/2014/main" id="{C608DA0C-E64A-12C4-789A-A98F9CE647A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1286633"/>
              </p:ext>
            </p:extLst>
          </p:nvPr>
        </p:nvGraphicFramePr>
        <p:xfrm>
          <a:off x="838200" y="2723261"/>
          <a:ext cx="10515600" cy="2452492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67008637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1792675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29037026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35714553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114252278"/>
                    </a:ext>
                  </a:extLst>
                </a:gridCol>
              </a:tblGrid>
              <a:tr h="623692">
                <a:tc>
                  <a:txBody>
                    <a:bodyPr/>
                    <a:lstStyle/>
                    <a:p>
                      <a:pPr algn="ctr"/>
                      <a:r>
                        <a:rPr lang="es-ES" noProof="0"/>
                        <a:t>Frecuencia (s)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noProof="0" dirty="0"/>
                        <a:t># Elementos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ES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4751165"/>
                  </a:ext>
                </a:extLst>
              </a:tr>
              <a:tr h="361346">
                <a:tc>
                  <a:txBody>
                    <a:bodyPr/>
                    <a:lstStyle/>
                    <a:p>
                      <a:pPr algn="ctr"/>
                      <a:r>
                        <a:rPr lang="es-ES" noProof="0"/>
                        <a:t>600 (10m)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noProof="0"/>
                        <a:t>49,315 (50K)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5077084"/>
                  </a:ext>
                </a:extLst>
              </a:tr>
              <a:tr h="361346">
                <a:tc>
                  <a:txBody>
                    <a:bodyPr/>
                    <a:lstStyle/>
                    <a:p>
                      <a:pPr algn="ctr"/>
                      <a:r>
                        <a:rPr lang="es-ES" noProof="0"/>
                        <a:t>300 (5m)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noProof="0"/>
                        <a:t>98,630 (100K)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3764179"/>
                  </a:ext>
                </a:extLst>
              </a:tr>
              <a:tr h="361346">
                <a:tc>
                  <a:txBody>
                    <a:bodyPr/>
                    <a:lstStyle/>
                    <a:p>
                      <a:pPr algn="ctr"/>
                      <a:r>
                        <a:rPr lang="es-ES" noProof="0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noProof="0"/>
                        <a:t>493,149 (500K)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ES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1679865"/>
                  </a:ext>
                </a:extLst>
              </a:tr>
              <a:tr h="361346">
                <a:tc>
                  <a:txBody>
                    <a:bodyPr/>
                    <a:lstStyle/>
                    <a:p>
                      <a:pPr algn="ctr"/>
                      <a:r>
                        <a:rPr lang="es-ES" noProof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noProof="0"/>
                        <a:t>1,479,445 (1.5M)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5554739"/>
                  </a:ext>
                </a:extLst>
              </a:tr>
              <a:tr h="361346">
                <a:tc>
                  <a:txBody>
                    <a:bodyPr/>
                    <a:lstStyle/>
                    <a:p>
                      <a:pPr algn="ctr"/>
                      <a:r>
                        <a:rPr lang="es-ES" noProof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noProof="0"/>
                        <a:t>7,397,222 (7.4M)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ES" noProof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ES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922899"/>
                  </a:ext>
                </a:extLst>
              </a:tr>
            </a:tbl>
          </a:graphicData>
        </a:graphic>
      </p:graphicFrame>
      <p:sp>
        <p:nvSpPr>
          <p:cNvPr id="14" name="Marcador de contenido 47">
            <a:extLst>
              <a:ext uri="{FF2B5EF4-FFF2-40B4-BE49-F238E27FC236}">
                <a16:creationId xmlns:a16="http://schemas.microsoft.com/office/drawing/2014/main" id="{C958A4F6-154A-2292-6780-B6E3641AB5EB}"/>
              </a:ext>
            </a:extLst>
          </p:cNvPr>
          <p:cNvSpPr txBox="1">
            <a:spLocks/>
          </p:cNvSpPr>
          <p:nvPr/>
        </p:nvSpPr>
        <p:spPr>
          <a:xfrm>
            <a:off x="4400712" y="1859358"/>
            <a:ext cx="2038025" cy="32861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000" b="1" dirty="0"/>
              <a:t>Solar 4 </a:t>
            </a:r>
            <a:r>
              <a:rPr lang="es-ES" sz="2000" b="1" dirty="0" err="1"/>
              <a:t>seconds</a:t>
            </a:r>
            <a:endParaRPr lang="es-ES" sz="2000" b="1" dirty="0"/>
          </a:p>
        </p:txBody>
      </p:sp>
      <p:pic>
        <p:nvPicPr>
          <p:cNvPr id="15" name="Graphic 14" descr="Database outline">
            <a:extLst>
              <a:ext uri="{FF2B5EF4-FFF2-40B4-BE49-F238E27FC236}">
                <a16:creationId xmlns:a16="http://schemas.microsoft.com/office/drawing/2014/main" id="{071C3C4D-6F5E-2C35-B286-A213FB22DCA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65977" y="1734943"/>
            <a:ext cx="434735" cy="43473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28631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557"/>
    </mc:Choice>
    <mc:Fallback xmlns="">
      <p:transition spd="slow" advTm="3755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59E9-80FA-6807-1F3E-96C7C32B8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FF1345DF-F1FE-064D-8878-884C46C23FAC}"/>
              </a:ext>
            </a:extLst>
          </p:cNvPr>
          <p:cNvSpPr/>
          <p:nvPr/>
        </p:nvSpPr>
        <p:spPr>
          <a:xfrm>
            <a:off x="-498606" y="1255220"/>
            <a:ext cx="13189209" cy="5946229"/>
          </a:xfrm>
          <a:prstGeom prst="roundRect">
            <a:avLst>
              <a:gd name="adj" fmla="val 5714"/>
            </a:avLst>
          </a:prstGeom>
          <a:solidFill>
            <a:srgbClr val="F5F8F9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00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FCAFE38-495D-91A0-700C-A951B5509F3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66741" y="2105554"/>
            <a:ext cx="9050013" cy="3791479"/>
          </a:xfrm>
          <a:prstGeom prst="rect">
            <a:avLst/>
          </a:prstGeom>
          <a:solidFill>
            <a:schemeClr val="accent3">
              <a:lumMod val="20000"/>
              <a:lumOff val="80000"/>
              <a:alpha val="15000"/>
            </a:schemeClr>
          </a:solidFill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E4B55FC-5D5A-4C3F-B72A-50423597924D}"/>
              </a:ext>
            </a:extLst>
          </p:cNvPr>
          <p:cNvSpPr/>
          <p:nvPr/>
        </p:nvSpPr>
        <p:spPr>
          <a:xfrm>
            <a:off x="1566741" y="1762125"/>
            <a:ext cx="9333359" cy="4385532"/>
          </a:xfrm>
          <a:custGeom>
            <a:avLst/>
            <a:gdLst>
              <a:gd name="connsiteX0" fmla="*/ 3100509 w 9333359"/>
              <a:gd name="connsiteY0" fmla="*/ 1095375 h 4385532"/>
              <a:gd name="connsiteX1" fmla="*/ 3100509 w 9333359"/>
              <a:gd name="connsiteY1" fmla="*/ 1981201 h 4385532"/>
              <a:gd name="connsiteX2" fmla="*/ 4195884 w 9333359"/>
              <a:gd name="connsiteY2" fmla="*/ 1981201 h 4385532"/>
              <a:gd name="connsiteX3" fmla="*/ 4195884 w 9333359"/>
              <a:gd name="connsiteY3" fmla="*/ 1095375 h 4385532"/>
              <a:gd name="connsiteX4" fmla="*/ 0 w 9333359"/>
              <a:gd name="connsiteY4" fmla="*/ 0 h 4385532"/>
              <a:gd name="connsiteX5" fmla="*/ 9333359 w 9333359"/>
              <a:gd name="connsiteY5" fmla="*/ 0 h 4385532"/>
              <a:gd name="connsiteX6" fmla="*/ 9333359 w 9333359"/>
              <a:gd name="connsiteY6" fmla="*/ 4385532 h 4385532"/>
              <a:gd name="connsiteX7" fmla="*/ 0 w 9333359"/>
              <a:gd name="connsiteY7" fmla="*/ 4385532 h 4385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333359" h="4385532">
                <a:moveTo>
                  <a:pt x="3100509" y="1095375"/>
                </a:moveTo>
                <a:lnTo>
                  <a:pt x="3100509" y="1981201"/>
                </a:lnTo>
                <a:lnTo>
                  <a:pt x="4195884" y="1981201"/>
                </a:lnTo>
                <a:lnTo>
                  <a:pt x="4195884" y="1095375"/>
                </a:lnTo>
                <a:close/>
                <a:moveTo>
                  <a:pt x="0" y="0"/>
                </a:moveTo>
                <a:lnTo>
                  <a:pt x="9333359" y="0"/>
                </a:lnTo>
                <a:lnTo>
                  <a:pt x="9333359" y="4385532"/>
                </a:lnTo>
                <a:lnTo>
                  <a:pt x="0" y="4385532"/>
                </a:lnTo>
                <a:close/>
              </a:path>
            </a:pathLst>
          </a:custGeom>
          <a:solidFill>
            <a:srgbClr val="F5F8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1AAC2-19D7-1AA5-1E16-F6E8556BF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6E274-3D30-4D47-98D0-0581248BD0B1}" type="slidenum">
              <a:rPr lang="es-ES" noProof="0" smtClean="0"/>
              <a:t>11</a:t>
            </a:fld>
            <a:endParaRPr lang="es-ES" noProof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F97CCBE-C6C6-4A9F-13FD-3A4C8BB62F81}"/>
              </a:ext>
            </a:extLst>
          </p:cNvPr>
          <p:cNvSpPr/>
          <p:nvPr/>
        </p:nvSpPr>
        <p:spPr>
          <a:xfrm>
            <a:off x="902090" y="-2869258"/>
            <a:ext cx="10753725" cy="3843728"/>
          </a:xfrm>
          <a:prstGeom prst="roundRect">
            <a:avLst>
              <a:gd name="adj" fmla="val 571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s-ES" sz="2800" b="1" dirty="0">
                <a:solidFill>
                  <a:schemeClr val="tx1"/>
                </a:solidFill>
                <a:latin typeface="+mj-lt"/>
              </a:rPr>
              <a:t>Resultados experimentales: </a:t>
            </a:r>
            <a:r>
              <a:rPr lang="es-ES" sz="2800" b="1" dirty="0" err="1">
                <a:solidFill>
                  <a:schemeClr val="tx1"/>
                </a:solidFill>
                <a:latin typeface="+mj-lt"/>
              </a:rPr>
              <a:t>MPlot</a:t>
            </a:r>
            <a:r>
              <a:rPr lang="es-ES" sz="2800" b="1" dirty="0">
                <a:solidFill>
                  <a:schemeClr val="tx1"/>
                </a:solidFill>
                <a:latin typeface="+mj-lt"/>
              </a:rPr>
              <a:t> </a:t>
            </a:r>
            <a:r>
              <a:rPr lang="es-ES" sz="2800" b="1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2/6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2BF49ABC-977E-E638-FB17-8533E9634677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A06E274-3D30-4D47-98D0-0581248BD0B1}" type="slidenum">
              <a:rPr lang="es-ES" smtClean="0"/>
              <a:pPr/>
              <a:t>11</a:t>
            </a:fld>
            <a:endParaRPr lang="es-ES"/>
          </a:p>
        </p:txBody>
      </p:sp>
      <p:graphicFrame>
        <p:nvGraphicFramePr>
          <p:cNvPr id="32" name="Diagram 31">
            <a:extLst>
              <a:ext uri="{FF2B5EF4-FFF2-40B4-BE49-F238E27FC236}">
                <a16:creationId xmlns:a16="http://schemas.microsoft.com/office/drawing/2014/main" id="{685A65B5-1EE7-6F17-CEB6-0F4D26180592}"/>
              </a:ext>
            </a:extLst>
          </p:cNvPr>
          <p:cNvGraphicFramePr/>
          <p:nvPr/>
        </p:nvGraphicFramePr>
        <p:xfrm>
          <a:off x="1657803" y="157282"/>
          <a:ext cx="9242297" cy="2107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7235D835-2CD2-13F2-0C75-B34BC90B27CE}"/>
              </a:ext>
            </a:extLst>
          </p:cNvPr>
          <p:cNvGrpSpPr/>
          <p:nvPr/>
        </p:nvGrpSpPr>
        <p:grpSpPr>
          <a:xfrm>
            <a:off x="0" y="1285200"/>
            <a:ext cx="1003300" cy="659583"/>
            <a:chOff x="11353800" y="6453113"/>
            <a:chExt cx="1003300" cy="659583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F33512CC-E4F5-24FD-442D-EC1BBCF6F50D}"/>
                </a:ext>
              </a:extLst>
            </p:cNvPr>
            <p:cNvGrpSpPr/>
            <p:nvPr/>
          </p:nvGrpSpPr>
          <p:grpSpPr>
            <a:xfrm>
              <a:off x="11353800" y="6453113"/>
              <a:ext cx="1003300" cy="659583"/>
              <a:chOff x="3297767" y="3824883"/>
              <a:chExt cx="1967439" cy="1398425"/>
            </a:xfrm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245B3DE7-5CEC-8BEC-996E-B0BDEDF752EA}"/>
                  </a:ext>
                </a:extLst>
              </p:cNvPr>
              <p:cNvSpPr/>
              <p:nvPr/>
            </p:nvSpPr>
            <p:spPr>
              <a:xfrm>
                <a:off x="3297767" y="3824883"/>
                <a:ext cx="1967439" cy="1011436"/>
              </a:xfrm>
              <a:custGeom>
                <a:avLst/>
                <a:gdLst>
                  <a:gd name="connsiteX0" fmla="*/ 544307 w 1967439"/>
                  <a:gd name="connsiteY0" fmla="*/ 35856 h 1011436"/>
                  <a:gd name="connsiteX1" fmla="*/ 99882 w 1967439"/>
                  <a:gd name="connsiteY1" fmla="*/ 343837 h 1011436"/>
                  <a:gd name="connsiteX2" fmla="*/ 99882 w 1967439"/>
                  <a:gd name="connsiteY2" fmla="*/ 784909 h 1011436"/>
                  <a:gd name="connsiteX3" fmla="*/ 277377 w 1967439"/>
                  <a:gd name="connsiteY3" fmla="*/ 962404 h 1011436"/>
                  <a:gd name="connsiteX4" fmla="*/ 772541 w 1967439"/>
                  <a:gd name="connsiteY4" fmla="*/ 628302 h 1011436"/>
                  <a:gd name="connsiteX5" fmla="*/ 772541 w 1967439"/>
                  <a:gd name="connsiteY5" fmla="*/ 645044 h 1011436"/>
                  <a:gd name="connsiteX6" fmla="*/ 817605 w 1967439"/>
                  <a:gd name="connsiteY6" fmla="*/ 645044 h 1011436"/>
                  <a:gd name="connsiteX7" fmla="*/ 327728 w 1967439"/>
                  <a:gd name="connsiteY7" fmla="*/ 975579 h 1011436"/>
                  <a:gd name="connsiteX8" fmla="*/ 1423935 w 1967439"/>
                  <a:gd name="connsiteY8" fmla="*/ 975579 h 1011436"/>
                  <a:gd name="connsiteX9" fmla="*/ 1868360 w 1967439"/>
                  <a:gd name="connsiteY9" fmla="*/ 667598 h 1011436"/>
                  <a:gd name="connsiteX10" fmla="*/ 1868360 w 1967439"/>
                  <a:gd name="connsiteY10" fmla="*/ 226526 h 1011436"/>
                  <a:gd name="connsiteX11" fmla="*/ 1694924 w 1967439"/>
                  <a:gd name="connsiteY11" fmla="*/ 53090 h 1011436"/>
                  <a:gd name="connsiteX12" fmla="*/ 1120328 w 1967439"/>
                  <a:gd name="connsiteY12" fmla="*/ 440788 h 1011436"/>
                  <a:gd name="connsiteX13" fmla="*/ 1050451 w 1967439"/>
                  <a:gd name="connsiteY13" fmla="*/ 440788 h 1011436"/>
                  <a:gd name="connsiteX14" fmla="*/ 1650589 w 1967439"/>
                  <a:gd name="connsiteY14" fmla="*/ 35856 h 1011436"/>
                  <a:gd name="connsiteX15" fmla="*/ 415649 w 1967439"/>
                  <a:gd name="connsiteY15" fmla="*/ 0 h 1011436"/>
                  <a:gd name="connsiteX16" fmla="*/ 1805418 w 1967439"/>
                  <a:gd name="connsiteY16" fmla="*/ 0 h 1011436"/>
                  <a:gd name="connsiteX17" fmla="*/ 1967439 w 1967439"/>
                  <a:gd name="connsiteY17" fmla="*/ 149704 h 1011436"/>
                  <a:gd name="connsiteX18" fmla="*/ 1967439 w 1967439"/>
                  <a:gd name="connsiteY18" fmla="*/ 734223 h 1011436"/>
                  <a:gd name="connsiteX19" fmla="*/ 1567412 w 1967439"/>
                  <a:gd name="connsiteY19" fmla="*/ 1011436 h 1011436"/>
                  <a:gd name="connsiteX20" fmla="*/ 176031 w 1967439"/>
                  <a:gd name="connsiteY20" fmla="*/ 1011436 h 1011436"/>
                  <a:gd name="connsiteX21" fmla="*/ 0 w 1967439"/>
                  <a:gd name="connsiteY21" fmla="*/ 837823 h 1011436"/>
                  <a:gd name="connsiteX22" fmla="*/ 0 w 1967439"/>
                  <a:gd name="connsiteY22" fmla="*/ 288040 h 1011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967439" h="1011436">
                    <a:moveTo>
                      <a:pt x="544307" y="35856"/>
                    </a:moveTo>
                    <a:lnTo>
                      <a:pt x="99882" y="343837"/>
                    </a:lnTo>
                    <a:lnTo>
                      <a:pt x="99882" y="784909"/>
                    </a:lnTo>
                    <a:lnTo>
                      <a:pt x="277377" y="962404"/>
                    </a:lnTo>
                    <a:lnTo>
                      <a:pt x="772541" y="628302"/>
                    </a:lnTo>
                    <a:lnTo>
                      <a:pt x="772541" y="645044"/>
                    </a:lnTo>
                    <a:lnTo>
                      <a:pt x="817605" y="645044"/>
                    </a:lnTo>
                    <a:lnTo>
                      <a:pt x="327728" y="975579"/>
                    </a:lnTo>
                    <a:lnTo>
                      <a:pt x="1423935" y="975579"/>
                    </a:lnTo>
                    <a:lnTo>
                      <a:pt x="1868360" y="667598"/>
                    </a:lnTo>
                    <a:lnTo>
                      <a:pt x="1868360" y="226526"/>
                    </a:lnTo>
                    <a:lnTo>
                      <a:pt x="1694924" y="53090"/>
                    </a:lnTo>
                    <a:lnTo>
                      <a:pt x="1120328" y="440788"/>
                    </a:lnTo>
                    <a:lnTo>
                      <a:pt x="1050451" y="440788"/>
                    </a:lnTo>
                    <a:lnTo>
                      <a:pt x="1650589" y="35856"/>
                    </a:lnTo>
                    <a:close/>
                    <a:moveTo>
                      <a:pt x="415649" y="0"/>
                    </a:moveTo>
                    <a:lnTo>
                      <a:pt x="1805418" y="0"/>
                    </a:lnTo>
                    <a:lnTo>
                      <a:pt x="1967439" y="149704"/>
                    </a:lnTo>
                    <a:lnTo>
                      <a:pt x="1967439" y="734223"/>
                    </a:lnTo>
                    <a:lnTo>
                      <a:pt x="1567412" y="1011436"/>
                    </a:lnTo>
                    <a:lnTo>
                      <a:pt x="176031" y="1011436"/>
                    </a:lnTo>
                    <a:lnTo>
                      <a:pt x="0" y="837823"/>
                    </a:lnTo>
                    <a:lnTo>
                      <a:pt x="0" y="288040"/>
                    </a:lnTo>
                    <a:close/>
                  </a:path>
                </a:pathLst>
              </a:custGeom>
              <a:solidFill>
                <a:schemeClr val="accent5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5B88944-93DB-EE13-C611-B9E8FC6B58F0}"/>
                  </a:ext>
                </a:extLst>
              </p:cNvPr>
              <p:cNvSpPr txBox="1"/>
              <p:nvPr/>
            </p:nvSpPr>
            <p:spPr>
              <a:xfrm>
                <a:off x="4281487" y="4440263"/>
                <a:ext cx="561974" cy="7830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s-ES" b="1" noProof="0"/>
              </a:p>
            </p:txBody>
          </p:sp>
        </p:grp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00FCFF0-6D53-CC8C-3BB8-D5E2A5ACFDF2}"/>
                </a:ext>
              </a:extLst>
            </p:cNvPr>
            <p:cNvSpPr/>
            <p:nvPr/>
          </p:nvSpPr>
          <p:spPr>
            <a:xfrm rot="10800000">
              <a:off x="11517235" y="6473373"/>
              <a:ext cx="796394" cy="443231"/>
            </a:xfrm>
            <a:custGeom>
              <a:avLst/>
              <a:gdLst>
                <a:gd name="connsiteX0" fmla="*/ 205655 w 1561703"/>
                <a:gd name="connsiteY0" fmla="*/ 939723 h 939723"/>
                <a:gd name="connsiteX1" fmla="*/ 190670 w 1561703"/>
                <a:gd name="connsiteY1" fmla="*/ 939723 h 939723"/>
                <a:gd name="connsiteX2" fmla="*/ 0 w 1561703"/>
                <a:gd name="connsiteY2" fmla="*/ 749053 h 939723"/>
                <a:gd name="connsiteX3" fmla="*/ 0 w 1561703"/>
                <a:gd name="connsiteY3" fmla="*/ 307981 h 939723"/>
                <a:gd name="connsiteX4" fmla="*/ 444425 w 1561703"/>
                <a:gd name="connsiteY4" fmla="*/ 0 h 939723"/>
                <a:gd name="connsiteX5" fmla="*/ 1561703 w 1561703"/>
                <a:gd name="connsiteY5" fmla="*/ 0 h 939723"/>
                <a:gd name="connsiteX6" fmla="*/ 1084733 w 1561703"/>
                <a:gd name="connsiteY6" fmla="*/ 330535 h 939723"/>
                <a:gd name="connsiteX7" fmla="*/ 707509 w 1561703"/>
                <a:gd name="connsiteY7" fmla="*/ 330535 h 939723"/>
                <a:gd name="connsiteX8" fmla="*/ 673466 w 1561703"/>
                <a:gd name="connsiteY8" fmla="*/ 364578 h 939723"/>
                <a:gd name="connsiteX9" fmla="*/ 673466 w 1561703"/>
                <a:gd name="connsiteY9" fmla="*/ 364578 h 939723"/>
                <a:gd name="connsiteX10" fmla="*/ 673465 w 1561703"/>
                <a:gd name="connsiteY10" fmla="*/ 364578 h 939723"/>
                <a:gd name="connsiteX11" fmla="*/ 673465 w 1561703"/>
                <a:gd name="connsiteY11" fmla="*/ 534791 h 939723"/>
                <a:gd name="connsiteX12" fmla="*/ 789985 w 1561703"/>
                <a:gd name="connsiteY12" fmla="*/ 534791 h 939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61703" h="939723">
                  <a:moveTo>
                    <a:pt x="205655" y="939723"/>
                  </a:moveTo>
                  <a:lnTo>
                    <a:pt x="190670" y="939723"/>
                  </a:lnTo>
                  <a:lnTo>
                    <a:pt x="0" y="749053"/>
                  </a:lnTo>
                  <a:lnTo>
                    <a:pt x="0" y="307981"/>
                  </a:lnTo>
                  <a:lnTo>
                    <a:pt x="444425" y="0"/>
                  </a:lnTo>
                  <a:lnTo>
                    <a:pt x="1561703" y="0"/>
                  </a:lnTo>
                  <a:lnTo>
                    <a:pt x="1084733" y="330535"/>
                  </a:lnTo>
                  <a:lnTo>
                    <a:pt x="707509" y="330535"/>
                  </a:lnTo>
                  <a:lnTo>
                    <a:pt x="673466" y="364578"/>
                  </a:lnTo>
                  <a:lnTo>
                    <a:pt x="673466" y="364578"/>
                  </a:lnTo>
                  <a:lnTo>
                    <a:pt x="673465" y="364578"/>
                  </a:lnTo>
                  <a:lnTo>
                    <a:pt x="673465" y="534791"/>
                  </a:lnTo>
                  <a:lnTo>
                    <a:pt x="789985" y="534791"/>
                  </a:lnTo>
                  <a:close/>
                </a:path>
              </a:pathLst>
            </a:custGeom>
            <a:solidFill>
              <a:srgbClr val="E6D0DE">
                <a:alpha val="5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/>
            </a:p>
          </p:txBody>
        </p:sp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1AC6F573-4C81-C002-81DD-4BF6BD230D5E}"/>
                </a:ext>
              </a:extLst>
            </p:cNvPr>
            <p:cNvSpPr/>
            <p:nvPr/>
          </p:nvSpPr>
          <p:spPr>
            <a:xfrm>
              <a:off x="11402594" y="6470025"/>
              <a:ext cx="796394" cy="443231"/>
            </a:xfrm>
            <a:custGeom>
              <a:avLst/>
              <a:gdLst>
                <a:gd name="connsiteX0" fmla="*/ 444425 w 1561703"/>
                <a:gd name="connsiteY0" fmla="*/ 0 h 939723"/>
                <a:gd name="connsiteX1" fmla="*/ 1561703 w 1561703"/>
                <a:gd name="connsiteY1" fmla="*/ 0 h 939723"/>
                <a:gd name="connsiteX2" fmla="*/ 977374 w 1561703"/>
                <a:gd name="connsiteY2" fmla="*/ 404933 h 939723"/>
                <a:gd name="connsiteX3" fmla="*/ 1095011 w 1561703"/>
                <a:gd name="connsiteY3" fmla="*/ 404933 h 939723"/>
                <a:gd name="connsiteX4" fmla="*/ 1095011 w 1561703"/>
                <a:gd name="connsiteY4" fmla="*/ 575146 h 939723"/>
                <a:gd name="connsiteX5" fmla="*/ 1060968 w 1561703"/>
                <a:gd name="connsiteY5" fmla="*/ 609189 h 939723"/>
                <a:gd name="connsiteX6" fmla="*/ 682626 w 1561703"/>
                <a:gd name="connsiteY6" fmla="*/ 609189 h 939723"/>
                <a:gd name="connsiteX7" fmla="*/ 205655 w 1561703"/>
                <a:gd name="connsiteY7" fmla="*/ 939723 h 939723"/>
                <a:gd name="connsiteX8" fmla="*/ 190670 w 1561703"/>
                <a:gd name="connsiteY8" fmla="*/ 939723 h 939723"/>
                <a:gd name="connsiteX9" fmla="*/ 0 w 1561703"/>
                <a:gd name="connsiteY9" fmla="*/ 749053 h 939723"/>
                <a:gd name="connsiteX10" fmla="*/ 0 w 1561703"/>
                <a:gd name="connsiteY10" fmla="*/ 307981 h 939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61703" h="939723">
                  <a:moveTo>
                    <a:pt x="444425" y="0"/>
                  </a:moveTo>
                  <a:lnTo>
                    <a:pt x="1561703" y="0"/>
                  </a:lnTo>
                  <a:lnTo>
                    <a:pt x="977374" y="404933"/>
                  </a:lnTo>
                  <a:lnTo>
                    <a:pt x="1095011" y="404933"/>
                  </a:lnTo>
                  <a:lnTo>
                    <a:pt x="1095011" y="575146"/>
                  </a:lnTo>
                  <a:lnTo>
                    <a:pt x="1060968" y="609189"/>
                  </a:lnTo>
                  <a:lnTo>
                    <a:pt x="682626" y="609189"/>
                  </a:lnTo>
                  <a:lnTo>
                    <a:pt x="205655" y="939723"/>
                  </a:lnTo>
                  <a:lnTo>
                    <a:pt x="190670" y="939723"/>
                  </a:lnTo>
                  <a:lnTo>
                    <a:pt x="0" y="749053"/>
                  </a:lnTo>
                  <a:lnTo>
                    <a:pt x="0" y="307981"/>
                  </a:lnTo>
                  <a:close/>
                </a:path>
              </a:pathLst>
            </a:custGeom>
            <a:solidFill>
              <a:srgbClr val="FFD1AD">
                <a:alpha val="5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649914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967"/>
    </mc:Choice>
    <mc:Fallback xmlns="">
      <p:transition spd="slow" advTm="3296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501EA-43CF-F75F-E830-055BF4C29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4C0FC017-F2D4-09DE-BC5E-75A124B51746}"/>
              </a:ext>
            </a:extLst>
          </p:cNvPr>
          <p:cNvSpPr/>
          <p:nvPr/>
        </p:nvSpPr>
        <p:spPr>
          <a:xfrm>
            <a:off x="-498606" y="1255220"/>
            <a:ext cx="13189209" cy="5946229"/>
          </a:xfrm>
          <a:prstGeom prst="roundRect">
            <a:avLst>
              <a:gd name="adj" fmla="val 5714"/>
            </a:avLst>
          </a:prstGeom>
          <a:solidFill>
            <a:srgbClr val="F5F8F9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00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5A155-116E-5278-8796-AB03EDE8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6E274-3D30-4D47-98D0-0581248BD0B1}" type="slidenum">
              <a:rPr lang="es-ES" noProof="0" smtClean="0"/>
              <a:t>12</a:t>
            </a:fld>
            <a:endParaRPr lang="es-ES" noProof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5D89437-FA27-E74D-72F5-1E722B016984}"/>
              </a:ext>
            </a:extLst>
          </p:cNvPr>
          <p:cNvSpPr/>
          <p:nvPr/>
        </p:nvSpPr>
        <p:spPr>
          <a:xfrm>
            <a:off x="902090" y="-2869258"/>
            <a:ext cx="10753725" cy="3843728"/>
          </a:xfrm>
          <a:prstGeom prst="roundRect">
            <a:avLst>
              <a:gd name="adj" fmla="val 571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s-ES" sz="2800" b="1" dirty="0" err="1">
                <a:solidFill>
                  <a:schemeClr val="tx1"/>
                </a:solidFill>
                <a:latin typeface="+mj-lt"/>
              </a:rPr>
              <a:t>MPlot</a:t>
            </a:r>
            <a:r>
              <a:rPr lang="es-ES" sz="2800" b="1" dirty="0">
                <a:solidFill>
                  <a:schemeClr val="tx1"/>
                </a:solidFill>
                <a:latin typeface="+mj-lt"/>
              </a:rPr>
              <a:t> </a:t>
            </a:r>
            <a:r>
              <a:rPr lang="es-ES" sz="2800" b="1" dirty="0" err="1">
                <a:solidFill>
                  <a:schemeClr val="tx1"/>
                </a:solidFill>
                <a:latin typeface="+mj-lt"/>
              </a:rPr>
              <a:t>addition</a:t>
            </a:r>
            <a:endParaRPr lang="es-ES" sz="2800" b="1" dirty="0">
              <a:solidFill>
                <a:schemeClr val="bg2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5D6C919B-7DA5-44BE-2ADB-7D8E6E46BA45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A06E274-3D30-4D47-98D0-0581248BD0B1}" type="slidenum">
              <a:rPr lang="es-ES" smtClean="0"/>
              <a:pPr/>
              <a:t>12</a:t>
            </a:fld>
            <a:endParaRPr lang="es-ES"/>
          </a:p>
        </p:txBody>
      </p:sp>
      <p:graphicFrame>
        <p:nvGraphicFramePr>
          <p:cNvPr id="32" name="Diagram 31">
            <a:extLst>
              <a:ext uri="{FF2B5EF4-FFF2-40B4-BE49-F238E27FC236}">
                <a16:creationId xmlns:a16="http://schemas.microsoft.com/office/drawing/2014/main" id="{B8D85BB4-FD0A-43FD-C096-5375D988F143}"/>
              </a:ext>
            </a:extLst>
          </p:cNvPr>
          <p:cNvGraphicFramePr/>
          <p:nvPr/>
        </p:nvGraphicFramePr>
        <p:xfrm>
          <a:off x="1657803" y="157282"/>
          <a:ext cx="9242297" cy="2107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B80500A-B6AE-E18F-5BFC-5193B242DA01}"/>
              </a:ext>
            </a:extLst>
          </p:cNvPr>
          <p:cNvCxnSpPr>
            <a:cxnSpLocks/>
            <a:stCxn id="19" idx="3"/>
            <a:endCxn id="26" idx="1"/>
          </p:cNvCxnSpPr>
          <p:nvPr/>
        </p:nvCxnSpPr>
        <p:spPr>
          <a:xfrm>
            <a:off x="2524218" y="3665037"/>
            <a:ext cx="1489926" cy="109022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BC0895F-7538-09C9-5AA8-9217D4F1B4D2}"/>
              </a:ext>
            </a:extLst>
          </p:cNvPr>
          <p:cNvCxnSpPr>
            <a:cxnSpLocks/>
            <a:stCxn id="19" idx="3"/>
            <a:endCxn id="29" idx="1"/>
          </p:cNvCxnSpPr>
          <p:nvPr/>
        </p:nvCxnSpPr>
        <p:spPr>
          <a:xfrm flipV="1">
            <a:off x="2524218" y="2644758"/>
            <a:ext cx="1489926" cy="102027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71211BD-8C87-A0F7-D50C-687A192FD3A1}"/>
              </a:ext>
            </a:extLst>
          </p:cNvPr>
          <p:cNvGrpSpPr/>
          <p:nvPr/>
        </p:nvGrpSpPr>
        <p:grpSpPr>
          <a:xfrm>
            <a:off x="936267" y="2765726"/>
            <a:ext cx="1587951" cy="1321567"/>
            <a:chOff x="586610" y="2924164"/>
            <a:chExt cx="1587951" cy="1321567"/>
          </a:xfrm>
        </p:grpSpPr>
        <p:sp>
          <p:nvSpPr>
            <p:cNvPr id="19" name="Flowchart: Alternate Process 18">
              <a:extLst>
                <a:ext uri="{FF2B5EF4-FFF2-40B4-BE49-F238E27FC236}">
                  <a16:creationId xmlns:a16="http://schemas.microsoft.com/office/drawing/2014/main" id="{56EA9E4A-CE90-3972-0AA2-8ED9CDEB1594}"/>
                </a:ext>
              </a:extLst>
            </p:cNvPr>
            <p:cNvSpPr/>
            <p:nvPr/>
          </p:nvSpPr>
          <p:spPr>
            <a:xfrm>
              <a:off x="586610" y="3401218"/>
              <a:ext cx="1587951" cy="844513"/>
            </a:xfrm>
            <a:prstGeom prst="flowChartAlternate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noProof="0" dirty="0"/>
                <a:t>¿Do </a:t>
              </a:r>
              <a:r>
                <a:rPr lang="es-ES" b="1" noProof="0" dirty="0" err="1"/>
                <a:t>MPlot</a:t>
              </a:r>
              <a:r>
                <a:rPr lang="es-ES" b="1" noProof="0" dirty="0"/>
                <a:t> </a:t>
              </a:r>
              <a:r>
                <a:rPr lang="es-ES" dirty="0" err="1"/>
                <a:t>aid</a:t>
              </a:r>
              <a:r>
                <a:rPr lang="es-ES" noProof="0" dirty="0"/>
                <a:t>?</a:t>
              </a:r>
              <a:endParaRPr lang="es-ES" b="1" noProof="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12B8B1F-0296-7573-E40C-EA15AEF06CD3}"/>
                </a:ext>
              </a:extLst>
            </p:cNvPr>
            <p:cNvSpPr txBox="1"/>
            <p:nvPr/>
          </p:nvSpPr>
          <p:spPr>
            <a:xfrm>
              <a:off x="942773" y="2924164"/>
              <a:ext cx="855683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2500" b="1" noProof="0" dirty="0"/>
                <a:t>RQ 1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A00278D-10FF-96E7-6DFA-22D26607CDD0}"/>
              </a:ext>
            </a:extLst>
          </p:cNvPr>
          <p:cNvGrpSpPr/>
          <p:nvPr/>
        </p:nvGrpSpPr>
        <p:grpSpPr>
          <a:xfrm>
            <a:off x="4014144" y="3763756"/>
            <a:ext cx="1830150" cy="1529466"/>
            <a:chOff x="839634" y="4521631"/>
            <a:chExt cx="1830150" cy="1529466"/>
          </a:xfrm>
        </p:grpSpPr>
        <p:sp>
          <p:nvSpPr>
            <p:cNvPr id="26" name="Flowchart: Alternate Process 25">
              <a:extLst>
                <a:ext uri="{FF2B5EF4-FFF2-40B4-BE49-F238E27FC236}">
                  <a16:creationId xmlns:a16="http://schemas.microsoft.com/office/drawing/2014/main" id="{ED63B7C6-BDE6-99CA-40DD-29F4949027B0}"/>
                </a:ext>
              </a:extLst>
            </p:cNvPr>
            <p:cNvSpPr/>
            <p:nvPr/>
          </p:nvSpPr>
          <p:spPr>
            <a:xfrm>
              <a:off x="839634" y="4975183"/>
              <a:ext cx="1830150" cy="1075914"/>
            </a:xfrm>
            <a:prstGeom prst="flowChartAlternate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noProof="0" dirty="0" err="1"/>
                <a:t>Efficient</a:t>
              </a:r>
              <a:r>
                <a:rPr lang="es-ES" noProof="0" dirty="0"/>
                <a:t>?</a:t>
              </a:r>
              <a:endParaRPr lang="es-ES" b="1" noProof="0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39F0D7A-1968-62FE-63DC-9EAEB17DAD30}"/>
                </a:ext>
              </a:extLst>
            </p:cNvPr>
            <p:cNvSpPr txBox="1"/>
            <p:nvPr/>
          </p:nvSpPr>
          <p:spPr>
            <a:xfrm>
              <a:off x="1225878" y="4521631"/>
              <a:ext cx="1123384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2500" b="1" noProof="0" dirty="0"/>
                <a:t>RQ 1.2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CB7D3F7-AF60-FD0B-C885-4F3DF81B95CC}"/>
              </a:ext>
            </a:extLst>
          </p:cNvPr>
          <p:cNvGrpSpPr/>
          <p:nvPr/>
        </p:nvGrpSpPr>
        <p:grpSpPr>
          <a:xfrm>
            <a:off x="4014144" y="1564778"/>
            <a:ext cx="1830149" cy="1665290"/>
            <a:chOff x="3481439" y="1944749"/>
            <a:chExt cx="1830149" cy="1665290"/>
          </a:xfrm>
        </p:grpSpPr>
        <p:sp>
          <p:nvSpPr>
            <p:cNvPr id="29" name="Flowchart: Alternate Process 28">
              <a:extLst>
                <a:ext uri="{FF2B5EF4-FFF2-40B4-BE49-F238E27FC236}">
                  <a16:creationId xmlns:a16="http://schemas.microsoft.com/office/drawing/2014/main" id="{DBD4C9E4-E1BB-05CF-6659-5D4261920342}"/>
                </a:ext>
              </a:extLst>
            </p:cNvPr>
            <p:cNvSpPr/>
            <p:nvPr/>
          </p:nvSpPr>
          <p:spPr>
            <a:xfrm>
              <a:off x="3481439" y="2439419"/>
              <a:ext cx="1830149" cy="1170620"/>
            </a:xfrm>
            <a:prstGeom prst="flowChartAlternate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noProof="0" dirty="0"/>
                <a:t>Easy </a:t>
              </a:r>
              <a:r>
                <a:rPr lang="es-ES" noProof="0" dirty="0" err="1"/>
                <a:t>to</a:t>
              </a:r>
              <a:r>
                <a:rPr lang="es-ES" noProof="0" dirty="0"/>
                <a:t> </a:t>
              </a:r>
              <a:r>
                <a:rPr lang="es-ES" noProof="0" dirty="0" err="1"/>
                <a:t>interpret</a:t>
              </a:r>
              <a:r>
                <a:rPr lang="es-ES" dirty="0"/>
                <a:t>?</a:t>
              </a:r>
              <a:endParaRPr lang="es-ES" noProof="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E345CF7-875B-67D3-DDF1-7C5C22BB5AF4}"/>
                </a:ext>
              </a:extLst>
            </p:cNvPr>
            <p:cNvSpPr txBox="1"/>
            <p:nvPr/>
          </p:nvSpPr>
          <p:spPr>
            <a:xfrm>
              <a:off x="3867682" y="1944749"/>
              <a:ext cx="1123384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2500" b="1" noProof="0" dirty="0"/>
                <a:t>RQ 1.1</a:t>
              </a:r>
            </a:p>
          </p:txBody>
        </p:sp>
      </p:grpSp>
      <p:sp>
        <p:nvSpPr>
          <p:cNvPr id="31" name="Flowchart: Alternate Process 30">
            <a:extLst>
              <a:ext uri="{FF2B5EF4-FFF2-40B4-BE49-F238E27FC236}">
                <a16:creationId xmlns:a16="http://schemas.microsoft.com/office/drawing/2014/main" id="{9914BD11-007C-C86D-7C97-E9D71E8180CA}"/>
              </a:ext>
            </a:extLst>
          </p:cNvPr>
          <p:cNvSpPr/>
          <p:nvPr/>
        </p:nvSpPr>
        <p:spPr>
          <a:xfrm>
            <a:off x="6611006" y="2059448"/>
            <a:ext cx="1830149" cy="1170620"/>
          </a:xfrm>
          <a:prstGeom prst="flowChartAlternateProcess">
            <a:avLst/>
          </a:prstGeom>
          <a:solidFill>
            <a:srgbClr val="00B050">
              <a:alpha val="10000"/>
            </a:srgbClr>
          </a:solidFill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s-ES" noProof="0" dirty="0">
                <a:solidFill>
                  <a:schemeClr val="tx1"/>
                </a:solidFill>
              </a:rPr>
              <a:t>Yes, </a:t>
            </a:r>
            <a:r>
              <a:rPr lang="es-ES" noProof="0" dirty="0" err="1">
                <a:solidFill>
                  <a:schemeClr val="tx1"/>
                </a:solidFill>
              </a:rPr>
              <a:t>possible</a:t>
            </a:r>
            <a:r>
              <a:rPr lang="es-ES" noProof="0" dirty="0">
                <a:solidFill>
                  <a:schemeClr val="tx1"/>
                </a:solidFill>
              </a:rPr>
              <a:t> </a:t>
            </a:r>
            <a:r>
              <a:rPr lang="es-ES" noProof="0" dirty="0" err="1">
                <a:solidFill>
                  <a:schemeClr val="tx1"/>
                </a:solidFill>
              </a:rPr>
              <a:t>information</a:t>
            </a:r>
            <a:r>
              <a:rPr lang="es-ES" noProof="0" dirty="0">
                <a:solidFill>
                  <a:schemeClr val="tx1"/>
                </a:solidFill>
              </a:rPr>
              <a:t> </a:t>
            </a:r>
            <a:r>
              <a:rPr lang="es-ES" noProof="0" dirty="0" err="1">
                <a:solidFill>
                  <a:schemeClr val="tx1"/>
                </a:solidFill>
              </a:rPr>
              <a:t>loss</a:t>
            </a:r>
            <a:endParaRPr lang="es-ES" noProof="0" dirty="0">
              <a:solidFill>
                <a:schemeClr val="tx1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B412209-A8CA-A78B-B7B9-4343C6DC3F9D}"/>
              </a:ext>
            </a:extLst>
          </p:cNvPr>
          <p:cNvCxnSpPr>
            <a:cxnSpLocks/>
            <a:stCxn id="29" idx="3"/>
            <a:endCxn id="31" idx="1"/>
          </p:cNvCxnSpPr>
          <p:nvPr/>
        </p:nvCxnSpPr>
        <p:spPr>
          <a:xfrm>
            <a:off x="5844293" y="2644758"/>
            <a:ext cx="766713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Flowchart: Alternate Process 33">
            <a:extLst>
              <a:ext uri="{FF2B5EF4-FFF2-40B4-BE49-F238E27FC236}">
                <a16:creationId xmlns:a16="http://schemas.microsoft.com/office/drawing/2014/main" id="{895E9299-483F-CD47-6F8C-31B215E8B5C0}"/>
              </a:ext>
            </a:extLst>
          </p:cNvPr>
          <p:cNvSpPr/>
          <p:nvPr/>
        </p:nvSpPr>
        <p:spPr>
          <a:xfrm>
            <a:off x="6677681" y="4217308"/>
            <a:ext cx="1830149" cy="1052413"/>
          </a:xfrm>
          <a:prstGeom prst="flowChartAlternateProcess">
            <a:avLst/>
          </a:prstGeom>
          <a:solidFill>
            <a:srgbClr val="00B050">
              <a:alpha val="10000"/>
            </a:srgbClr>
          </a:solidFill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s-ES" noProof="0" dirty="0">
                <a:solidFill>
                  <a:schemeClr val="tx1"/>
                </a:solidFill>
              </a:rPr>
              <a:t>Yes, </a:t>
            </a:r>
            <a:r>
              <a:rPr lang="es-ES" noProof="0" dirty="0" err="1">
                <a:solidFill>
                  <a:schemeClr val="tx1"/>
                </a:solidFill>
              </a:rPr>
              <a:t>allow</a:t>
            </a:r>
            <a:r>
              <a:rPr lang="es-ES" noProof="0" dirty="0">
                <a:solidFill>
                  <a:schemeClr val="tx1"/>
                </a:solidFill>
              </a:rPr>
              <a:t> </a:t>
            </a:r>
            <a:r>
              <a:rPr lang="es-ES" noProof="0" dirty="0" err="1">
                <a:solidFill>
                  <a:schemeClr val="tx1"/>
                </a:solidFill>
              </a:rPr>
              <a:t>for</a:t>
            </a:r>
            <a:r>
              <a:rPr lang="es-ES" noProof="0" dirty="0">
                <a:solidFill>
                  <a:schemeClr val="tx1"/>
                </a:solidFill>
              </a:rPr>
              <a:t> preliminar </a:t>
            </a:r>
            <a:r>
              <a:rPr lang="es-ES" noProof="0" dirty="0" err="1">
                <a:solidFill>
                  <a:schemeClr val="tx1"/>
                </a:solidFill>
              </a:rPr>
              <a:t>analysis</a:t>
            </a:r>
            <a:endParaRPr lang="es-ES" noProof="0" dirty="0">
              <a:solidFill>
                <a:schemeClr val="tx1"/>
              </a:solidFill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69CAAE6-816C-91BF-F446-5A4EB2882AE6}"/>
              </a:ext>
            </a:extLst>
          </p:cNvPr>
          <p:cNvCxnSpPr>
            <a:cxnSpLocks/>
            <a:stCxn id="26" idx="3"/>
            <a:endCxn id="34" idx="1"/>
          </p:cNvCxnSpPr>
          <p:nvPr/>
        </p:nvCxnSpPr>
        <p:spPr>
          <a:xfrm flipV="1">
            <a:off x="5844294" y="4743515"/>
            <a:ext cx="833387" cy="1175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1F658BE-558A-7A04-03E0-C9170ED42684}"/>
              </a:ext>
            </a:extLst>
          </p:cNvPr>
          <p:cNvCxnSpPr>
            <a:cxnSpLocks/>
            <a:stCxn id="31" idx="3"/>
          </p:cNvCxnSpPr>
          <p:nvPr/>
        </p:nvCxnSpPr>
        <p:spPr>
          <a:xfrm>
            <a:off x="8441155" y="2644758"/>
            <a:ext cx="826430" cy="82318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581D1B8-21AD-C697-A55B-8775AED94DF5}"/>
              </a:ext>
            </a:extLst>
          </p:cNvPr>
          <p:cNvCxnSpPr>
            <a:cxnSpLocks/>
            <a:stCxn id="34" idx="3"/>
          </p:cNvCxnSpPr>
          <p:nvPr/>
        </p:nvCxnSpPr>
        <p:spPr>
          <a:xfrm flipV="1">
            <a:off x="8507830" y="3467938"/>
            <a:ext cx="759755" cy="1275577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9" name="Graphic 38" descr="Cabeza con engranajes contorno">
            <a:extLst>
              <a:ext uri="{FF2B5EF4-FFF2-40B4-BE49-F238E27FC236}">
                <a16:creationId xmlns:a16="http://schemas.microsoft.com/office/drawing/2014/main" id="{46639425-763B-4CCB-DB0A-D84957EE62D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853492" y="4836022"/>
            <a:ext cx="914400" cy="91440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65576FFC-5392-2DFD-A81D-EFA96EED2A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269721"/>
            <a:ext cx="3533775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20CFFA9-346C-90EE-FD99-05E7B7A3C77A}"/>
              </a:ext>
            </a:extLst>
          </p:cNvPr>
          <p:cNvGrpSpPr/>
          <p:nvPr/>
        </p:nvGrpSpPr>
        <p:grpSpPr>
          <a:xfrm>
            <a:off x="0" y="1285200"/>
            <a:ext cx="1003300" cy="659583"/>
            <a:chOff x="11353800" y="6453113"/>
            <a:chExt cx="1003300" cy="65958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125037A-C172-0D7E-34D9-1A7E9C2EC476}"/>
                </a:ext>
              </a:extLst>
            </p:cNvPr>
            <p:cNvGrpSpPr/>
            <p:nvPr/>
          </p:nvGrpSpPr>
          <p:grpSpPr>
            <a:xfrm>
              <a:off x="11353800" y="6453113"/>
              <a:ext cx="1003300" cy="659583"/>
              <a:chOff x="3297767" y="3824883"/>
              <a:chExt cx="1967439" cy="1398425"/>
            </a:xfrm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F642EA83-8B89-A21B-F521-196D0A782893}"/>
                  </a:ext>
                </a:extLst>
              </p:cNvPr>
              <p:cNvSpPr/>
              <p:nvPr/>
            </p:nvSpPr>
            <p:spPr>
              <a:xfrm>
                <a:off x="3297767" y="3824883"/>
                <a:ext cx="1967439" cy="1011436"/>
              </a:xfrm>
              <a:custGeom>
                <a:avLst/>
                <a:gdLst>
                  <a:gd name="connsiteX0" fmla="*/ 544307 w 1967439"/>
                  <a:gd name="connsiteY0" fmla="*/ 35856 h 1011436"/>
                  <a:gd name="connsiteX1" fmla="*/ 99882 w 1967439"/>
                  <a:gd name="connsiteY1" fmla="*/ 343837 h 1011436"/>
                  <a:gd name="connsiteX2" fmla="*/ 99882 w 1967439"/>
                  <a:gd name="connsiteY2" fmla="*/ 784909 h 1011436"/>
                  <a:gd name="connsiteX3" fmla="*/ 277377 w 1967439"/>
                  <a:gd name="connsiteY3" fmla="*/ 962404 h 1011436"/>
                  <a:gd name="connsiteX4" fmla="*/ 772541 w 1967439"/>
                  <a:gd name="connsiteY4" fmla="*/ 628302 h 1011436"/>
                  <a:gd name="connsiteX5" fmla="*/ 772541 w 1967439"/>
                  <a:gd name="connsiteY5" fmla="*/ 645044 h 1011436"/>
                  <a:gd name="connsiteX6" fmla="*/ 817605 w 1967439"/>
                  <a:gd name="connsiteY6" fmla="*/ 645044 h 1011436"/>
                  <a:gd name="connsiteX7" fmla="*/ 327728 w 1967439"/>
                  <a:gd name="connsiteY7" fmla="*/ 975579 h 1011436"/>
                  <a:gd name="connsiteX8" fmla="*/ 1423935 w 1967439"/>
                  <a:gd name="connsiteY8" fmla="*/ 975579 h 1011436"/>
                  <a:gd name="connsiteX9" fmla="*/ 1868360 w 1967439"/>
                  <a:gd name="connsiteY9" fmla="*/ 667598 h 1011436"/>
                  <a:gd name="connsiteX10" fmla="*/ 1868360 w 1967439"/>
                  <a:gd name="connsiteY10" fmla="*/ 226526 h 1011436"/>
                  <a:gd name="connsiteX11" fmla="*/ 1694924 w 1967439"/>
                  <a:gd name="connsiteY11" fmla="*/ 53090 h 1011436"/>
                  <a:gd name="connsiteX12" fmla="*/ 1120328 w 1967439"/>
                  <a:gd name="connsiteY12" fmla="*/ 440788 h 1011436"/>
                  <a:gd name="connsiteX13" fmla="*/ 1050451 w 1967439"/>
                  <a:gd name="connsiteY13" fmla="*/ 440788 h 1011436"/>
                  <a:gd name="connsiteX14" fmla="*/ 1650589 w 1967439"/>
                  <a:gd name="connsiteY14" fmla="*/ 35856 h 1011436"/>
                  <a:gd name="connsiteX15" fmla="*/ 415649 w 1967439"/>
                  <a:gd name="connsiteY15" fmla="*/ 0 h 1011436"/>
                  <a:gd name="connsiteX16" fmla="*/ 1805418 w 1967439"/>
                  <a:gd name="connsiteY16" fmla="*/ 0 h 1011436"/>
                  <a:gd name="connsiteX17" fmla="*/ 1967439 w 1967439"/>
                  <a:gd name="connsiteY17" fmla="*/ 149704 h 1011436"/>
                  <a:gd name="connsiteX18" fmla="*/ 1967439 w 1967439"/>
                  <a:gd name="connsiteY18" fmla="*/ 734223 h 1011436"/>
                  <a:gd name="connsiteX19" fmla="*/ 1567412 w 1967439"/>
                  <a:gd name="connsiteY19" fmla="*/ 1011436 h 1011436"/>
                  <a:gd name="connsiteX20" fmla="*/ 176031 w 1967439"/>
                  <a:gd name="connsiteY20" fmla="*/ 1011436 h 1011436"/>
                  <a:gd name="connsiteX21" fmla="*/ 0 w 1967439"/>
                  <a:gd name="connsiteY21" fmla="*/ 837823 h 1011436"/>
                  <a:gd name="connsiteX22" fmla="*/ 0 w 1967439"/>
                  <a:gd name="connsiteY22" fmla="*/ 288040 h 1011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967439" h="1011436">
                    <a:moveTo>
                      <a:pt x="544307" y="35856"/>
                    </a:moveTo>
                    <a:lnTo>
                      <a:pt x="99882" y="343837"/>
                    </a:lnTo>
                    <a:lnTo>
                      <a:pt x="99882" y="784909"/>
                    </a:lnTo>
                    <a:lnTo>
                      <a:pt x="277377" y="962404"/>
                    </a:lnTo>
                    <a:lnTo>
                      <a:pt x="772541" y="628302"/>
                    </a:lnTo>
                    <a:lnTo>
                      <a:pt x="772541" y="645044"/>
                    </a:lnTo>
                    <a:lnTo>
                      <a:pt x="817605" y="645044"/>
                    </a:lnTo>
                    <a:lnTo>
                      <a:pt x="327728" y="975579"/>
                    </a:lnTo>
                    <a:lnTo>
                      <a:pt x="1423935" y="975579"/>
                    </a:lnTo>
                    <a:lnTo>
                      <a:pt x="1868360" y="667598"/>
                    </a:lnTo>
                    <a:lnTo>
                      <a:pt x="1868360" y="226526"/>
                    </a:lnTo>
                    <a:lnTo>
                      <a:pt x="1694924" y="53090"/>
                    </a:lnTo>
                    <a:lnTo>
                      <a:pt x="1120328" y="440788"/>
                    </a:lnTo>
                    <a:lnTo>
                      <a:pt x="1050451" y="440788"/>
                    </a:lnTo>
                    <a:lnTo>
                      <a:pt x="1650589" y="35856"/>
                    </a:lnTo>
                    <a:close/>
                    <a:moveTo>
                      <a:pt x="415649" y="0"/>
                    </a:moveTo>
                    <a:lnTo>
                      <a:pt x="1805418" y="0"/>
                    </a:lnTo>
                    <a:lnTo>
                      <a:pt x="1967439" y="149704"/>
                    </a:lnTo>
                    <a:lnTo>
                      <a:pt x="1967439" y="734223"/>
                    </a:lnTo>
                    <a:lnTo>
                      <a:pt x="1567412" y="1011436"/>
                    </a:lnTo>
                    <a:lnTo>
                      <a:pt x="176031" y="1011436"/>
                    </a:lnTo>
                    <a:lnTo>
                      <a:pt x="0" y="837823"/>
                    </a:lnTo>
                    <a:lnTo>
                      <a:pt x="0" y="288040"/>
                    </a:lnTo>
                    <a:close/>
                  </a:path>
                </a:pathLst>
              </a:custGeom>
              <a:solidFill>
                <a:schemeClr val="accent5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D1AC3D0-20AD-48C4-33DE-2C843D40A852}"/>
                  </a:ext>
                </a:extLst>
              </p:cNvPr>
              <p:cNvSpPr txBox="1"/>
              <p:nvPr/>
            </p:nvSpPr>
            <p:spPr>
              <a:xfrm>
                <a:off x="4281487" y="4440263"/>
                <a:ext cx="561974" cy="7830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s-ES" b="1" noProof="0"/>
              </a:p>
            </p:txBody>
          </p:sp>
        </p:grp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FDF200A1-48E4-7C71-D2B8-77E8625E8B95}"/>
                </a:ext>
              </a:extLst>
            </p:cNvPr>
            <p:cNvSpPr/>
            <p:nvPr/>
          </p:nvSpPr>
          <p:spPr>
            <a:xfrm rot="10800000">
              <a:off x="11517235" y="6473373"/>
              <a:ext cx="796394" cy="443231"/>
            </a:xfrm>
            <a:custGeom>
              <a:avLst/>
              <a:gdLst>
                <a:gd name="connsiteX0" fmla="*/ 205655 w 1561703"/>
                <a:gd name="connsiteY0" fmla="*/ 939723 h 939723"/>
                <a:gd name="connsiteX1" fmla="*/ 190670 w 1561703"/>
                <a:gd name="connsiteY1" fmla="*/ 939723 h 939723"/>
                <a:gd name="connsiteX2" fmla="*/ 0 w 1561703"/>
                <a:gd name="connsiteY2" fmla="*/ 749053 h 939723"/>
                <a:gd name="connsiteX3" fmla="*/ 0 w 1561703"/>
                <a:gd name="connsiteY3" fmla="*/ 307981 h 939723"/>
                <a:gd name="connsiteX4" fmla="*/ 444425 w 1561703"/>
                <a:gd name="connsiteY4" fmla="*/ 0 h 939723"/>
                <a:gd name="connsiteX5" fmla="*/ 1561703 w 1561703"/>
                <a:gd name="connsiteY5" fmla="*/ 0 h 939723"/>
                <a:gd name="connsiteX6" fmla="*/ 1084733 w 1561703"/>
                <a:gd name="connsiteY6" fmla="*/ 330535 h 939723"/>
                <a:gd name="connsiteX7" fmla="*/ 707509 w 1561703"/>
                <a:gd name="connsiteY7" fmla="*/ 330535 h 939723"/>
                <a:gd name="connsiteX8" fmla="*/ 673466 w 1561703"/>
                <a:gd name="connsiteY8" fmla="*/ 364578 h 939723"/>
                <a:gd name="connsiteX9" fmla="*/ 673466 w 1561703"/>
                <a:gd name="connsiteY9" fmla="*/ 364578 h 939723"/>
                <a:gd name="connsiteX10" fmla="*/ 673465 w 1561703"/>
                <a:gd name="connsiteY10" fmla="*/ 364578 h 939723"/>
                <a:gd name="connsiteX11" fmla="*/ 673465 w 1561703"/>
                <a:gd name="connsiteY11" fmla="*/ 534791 h 939723"/>
                <a:gd name="connsiteX12" fmla="*/ 789985 w 1561703"/>
                <a:gd name="connsiteY12" fmla="*/ 534791 h 939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61703" h="939723">
                  <a:moveTo>
                    <a:pt x="205655" y="939723"/>
                  </a:moveTo>
                  <a:lnTo>
                    <a:pt x="190670" y="939723"/>
                  </a:lnTo>
                  <a:lnTo>
                    <a:pt x="0" y="749053"/>
                  </a:lnTo>
                  <a:lnTo>
                    <a:pt x="0" y="307981"/>
                  </a:lnTo>
                  <a:lnTo>
                    <a:pt x="444425" y="0"/>
                  </a:lnTo>
                  <a:lnTo>
                    <a:pt x="1561703" y="0"/>
                  </a:lnTo>
                  <a:lnTo>
                    <a:pt x="1084733" y="330535"/>
                  </a:lnTo>
                  <a:lnTo>
                    <a:pt x="707509" y="330535"/>
                  </a:lnTo>
                  <a:lnTo>
                    <a:pt x="673466" y="364578"/>
                  </a:lnTo>
                  <a:lnTo>
                    <a:pt x="673466" y="364578"/>
                  </a:lnTo>
                  <a:lnTo>
                    <a:pt x="673465" y="364578"/>
                  </a:lnTo>
                  <a:lnTo>
                    <a:pt x="673465" y="534791"/>
                  </a:lnTo>
                  <a:lnTo>
                    <a:pt x="789985" y="534791"/>
                  </a:lnTo>
                  <a:close/>
                </a:path>
              </a:pathLst>
            </a:custGeom>
            <a:solidFill>
              <a:srgbClr val="E6D0DE">
                <a:alpha val="5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4F19831-1C4D-EB80-B423-D0AE8439CBC6}"/>
                </a:ext>
              </a:extLst>
            </p:cNvPr>
            <p:cNvSpPr/>
            <p:nvPr/>
          </p:nvSpPr>
          <p:spPr>
            <a:xfrm>
              <a:off x="11402594" y="6470025"/>
              <a:ext cx="796394" cy="443231"/>
            </a:xfrm>
            <a:custGeom>
              <a:avLst/>
              <a:gdLst>
                <a:gd name="connsiteX0" fmla="*/ 444425 w 1561703"/>
                <a:gd name="connsiteY0" fmla="*/ 0 h 939723"/>
                <a:gd name="connsiteX1" fmla="*/ 1561703 w 1561703"/>
                <a:gd name="connsiteY1" fmla="*/ 0 h 939723"/>
                <a:gd name="connsiteX2" fmla="*/ 977374 w 1561703"/>
                <a:gd name="connsiteY2" fmla="*/ 404933 h 939723"/>
                <a:gd name="connsiteX3" fmla="*/ 1095011 w 1561703"/>
                <a:gd name="connsiteY3" fmla="*/ 404933 h 939723"/>
                <a:gd name="connsiteX4" fmla="*/ 1095011 w 1561703"/>
                <a:gd name="connsiteY4" fmla="*/ 575146 h 939723"/>
                <a:gd name="connsiteX5" fmla="*/ 1060968 w 1561703"/>
                <a:gd name="connsiteY5" fmla="*/ 609189 h 939723"/>
                <a:gd name="connsiteX6" fmla="*/ 682626 w 1561703"/>
                <a:gd name="connsiteY6" fmla="*/ 609189 h 939723"/>
                <a:gd name="connsiteX7" fmla="*/ 205655 w 1561703"/>
                <a:gd name="connsiteY7" fmla="*/ 939723 h 939723"/>
                <a:gd name="connsiteX8" fmla="*/ 190670 w 1561703"/>
                <a:gd name="connsiteY8" fmla="*/ 939723 h 939723"/>
                <a:gd name="connsiteX9" fmla="*/ 0 w 1561703"/>
                <a:gd name="connsiteY9" fmla="*/ 749053 h 939723"/>
                <a:gd name="connsiteX10" fmla="*/ 0 w 1561703"/>
                <a:gd name="connsiteY10" fmla="*/ 307981 h 939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61703" h="939723">
                  <a:moveTo>
                    <a:pt x="444425" y="0"/>
                  </a:moveTo>
                  <a:lnTo>
                    <a:pt x="1561703" y="0"/>
                  </a:lnTo>
                  <a:lnTo>
                    <a:pt x="977374" y="404933"/>
                  </a:lnTo>
                  <a:lnTo>
                    <a:pt x="1095011" y="404933"/>
                  </a:lnTo>
                  <a:lnTo>
                    <a:pt x="1095011" y="575146"/>
                  </a:lnTo>
                  <a:lnTo>
                    <a:pt x="1060968" y="609189"/>
                  </a:lnTo>
                  <a:lnTo>
                    <a:pt x="682626" y="609189"/>
                  </a:lnTo>
                  <a:lnTo>
                    <a:pt x="205655" y="939723"/>
                  </a:lnTo>
                  <a:lnTo>
                    <a:pt x="190670" y="939723"/>
                  </a:lnTo>
                  <a:lnTo>
                    <a:pt x="0" y="749053"/>
                  </a:lnTo>
                  <a:lnTo>
                    <a:pt x="0" y="307981"/>
                  </a:lnTo>
                  <a:close/>
                </a:path>
              </a:pathLst>
            </a:custGeom>
            <a:solidFill>
              <a:srgbClr val="FFD1AD">
                <a:alpha val="5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/>
            </a:p>
          </p:txBody>
        </p:sp>
      </p:grpSp>
      <p:sp>
        <p:nvSpPr>
          <p:cNvPr id="13" name="Flowchart: Alternate Process 12">
            <a:extLst>
              <a:ext uri="{FF2B5EF4-FFF2-40B4-BE49-F238E27FC236}">
                <a16:creationId xmlns:a16="http://schemas.microsoft.com/office/drawing/2014/main" id="{1634506E-0C7F-41FC-0282-058F86E9F719}"/>
              </a:ext>
            </a:extLst>
          </p:cNvPr>
          <p:cNvSpPr/>
          <p:nvPr/>
        </p:nvSpPr>
        <p:spPr>
          <a:xfrm>
            <a:off x="9274542" y="2772210"/>
            <a:ext cx="2224349" cy="1468600"/>
          </a:xfrm>
          <a:prstGeom prst="flowChartAlternate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noProof="0" dirty="0"/>
              <a:t>Do </a:t>
            </a:r>
            <a:r>
              <a:rPr lang="es-ES" b="1" noProof="0" dirty="0" err="1"/>
              <a:t>foundation</a:t>
            </a:r>
            <a:r>
              <a:rPr lang="es-ES" b="1" noProof="0" dirty="0"/>
              <a:t> </a:t>
            </a:r>
            <a:r>
              <a:rPr lang="es-ES" b="1" noProof="0" dirty="0" err="1"/>
              <a:t>models</a:t>
            </a:r>
            <a:r>
              <a:rPr lang="es-ES" noProof="0" dirty="0"/>
              <a:t> </a:t>
            </a:r>
            <a:r>
              <a:rPr lang="es-ES" noProof="0" dirty="0" err="1"/>
              <a:t>help</a:t>
            </a:r>
            <a:r>
              <a:rPr lang="es-ES" noProof="0" dirty="0"/>
              <a:t>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CF1C60-694F-CC03-1DCF-E50AC6A6C108}"/>
              </a:ext>
            </a:extLst>
          </p:cNvPr>
          <p:cNvSpPr txBox="1"/>
          <p:nvPr/>
        </p:nvSpPr>
        <p:spPr>
          <a:xfrm>
            <a:off x="9958874" y="1583032"/>
            <a:ext cx="855682" cy="1246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s-ES" sz="2500" b="1" noProof="0" dirty="0"/>
          </a:p>
          <a:p>
            <a:pPr algn="ctr"/>
            <a:endParaRPr lang="es-ES" sz="2500" b="1" dirty="0"/>
          </a:p>
          <a:p>
            <a:pPr algn="ctr"/>
            <a:r>
              <a:rPr lang="es-ES" sz="2500" b="1" noProof="0" dirty="0"/>
              <a:t>RQ 2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23432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871"/>
    </mc:Choice>
    <mc:Fallback xmlns="">
      <p:transition spd="slow" advTm="298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4" grpId="0" animBg="1"/>
      <p:bldP spid="13" grpId="0" animBg="1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55800-313F-119C-A263-BF917D4F0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CCB047EE-7F39-F44B-31F2-68AAA4E64443}"/>
              </a:ext>
            </a:extLst>
          </p:cNvPr>
          <p:cNvSpPr/>
          <p:nvPr/>
        </p:nvSpPr>
        <p:spPr>
          <a:xfrm>
            <a:off x="-564338" y="1243724"/>
            <a:ext cx="13189209" cy="5946229"/>
          </a:xfrm>
          <a:prstGeom prst="roundRect">
            <a:avLst>
              <a:gd name="adj" fmla="val 5714"/>
            </a:avLst>
          </a:prstGeom>
          <a:solidFill>
            <a:srgbClr val="F5F8F9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00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FB8F4-992E-2609-CB31-860BF9E7F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6E274-3D30-4D47-98D0-0581248BD0B1}" type="slidenum">
              <a:rPr lang="es-ES" noProof="0" smtClean="0"/>
              <a:t>13</a:t>
            </a:fld>
            <a:endParaRPr lang="es-ES" noProof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5A3271B-7CFD-1829-2F0A-B88D089D424A}"/>
              </a:ext>
            </a:extLst>
          </p:cNvPr>
          <p:cNvSpPr/>
          <p:nvPr/>
        </p:nvSpPr>
        <p:spPr>
          <a:xfrm>
            <a:off x="902090" y="-2869258"/>
            <a:ext cx="10753725" cy="3843728"/>
          </a:xfrm>
          <a:prstGeom prst="roundRect">
            <a:avLst>
              <a:gd name="adj" fmla="val 571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00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s-ES" sz="2800" b="1">
                <a:solidFill>
                  <a:schemeClr val="tx1"/>
                </a:solidFill>
                <a:latin typeface="+mj-lt"/>
              </a:rPr>
              <a:t>Cerrando el segundo camino </a:t>
            </a:r>
            <a:r>
              <a:rPr lang="es-ES" sz="2800" b="1">
                <a:solidFill>
                  <a:schemeClr val="bg2">
                    <a:lumMod val="50000"/>
                  </a:schemeClr>
                </a:solidFill>
                <a:latin typeface="+mj-lt"/>
              </a:rPr>
              <a:t>1/2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7DA01AF5-E733-8973-C9CF-1070C38EB455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A06E274-3D30-4D47-98D0-0581248BD0B1}" type="slidenum">
              <a:rPr lang="es-ES" smtClean="0"/>
              <a:pPr/>
              <a:t>13</a:t>
            </a:fld>
            <a:endParaRPr lang="es-ES"/>
          </a:p>
        </p:txBody>
      </p:sp>
      <p:graphicFrame>
        <p:nvGraphicFramePr>
          <p:cNvPr id="32" name="Diagram 31">
            <a:extLst>
              <a:ext uri="{FF2B5EF4-FFF2-40B4-BE49-F238E27FC236}">
                <a16:creationId xmlns:a16="http://schemas.microsoft.com/office/drawing/2014/main" id="{B1121EF6-6DF7-E5C4-FF0C-570610E7A40F}"/>
              </a:ext>
            </a:extLst>
          </p:cNvPr>
          <p:cNvGraphicFramePr/>
          <p:nvPr/>
        </p:nvGraphicFramePr>
        <p:xfrm>
          <a:off x="1657803" y="157282"/>
          <a:ext cx="9242297" cy="2107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Content Placeholder 18">
            <a:extLst>
              <a:ext uri="{FF2B5EF4-FFF2-40B4-BE49-F238E27FC236}">
                <a16:creationId xmlns:a16="http://schemas.microsoft.com/office/drawing/2014/main" id="{31CB6F2A-9959-39A6-6A8B-CF03E81FBEAE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/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EE9BB832-94DD-DB09-5B59-3BBB3EC05075}"/>
              </a:ext>
            </a:extLst>
          </p:cNvPr>
          <p:cNvSpPr/>
          <p:nvPr/>
        </p:nvSpPr>
        <p:spPr>
          <a:xfrm>
            <a:off x="2824891" y="2576747"/>
            <a:ext cx="3436913" cy="555216"/>
          </a:xfrm>
          <a:prstGeom prst="flowChartAlternate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noProof="0" dirty="0"/>
              <a:t>Interpretable? Capture </a:t>
            </a:r>
            <a:r>
              <a:rPr lang="es-ES" noProof="0" dirty="0" err="1"/>
              <a:t>behaviors</a:t>
            </a:r>
            <a:r>
              <a:rPr lang="es-ES" noProof="0" dirty="0"/>
              <a:t>?</a:t>
            </a:r>
            <a:endParaRPr lang="es-ES" b="1" noProof="0" dirty="0"/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EFA1ED0F-E964-489B-62AE-433EFDC5DA42}"/>
              </a:ext>
            </a:extLst>
          </p:cNvPr>
          <p:cNvSpPr/>
          <p:nvPr/>
        </p:nvSpPr>
        <p:spPr>
          <a:xfrm>
            <a:off x="2824891" y="3884696"/>
            <a:ext cx="3436913" cy="555217"/>
          </a:xfrm>
          <a:prstGeom prst="flowChartAlternate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noProof="0" dirty="0" err="1"/>
              <a:t>Loss</a:t>
            </a:r>
            <a:r>
              <a:rPr lang="es-ES" noProof="0" dirty="0"/>
              <a:t> </a:t>
            </a:r>
            <a:r>
              <a:rPr lang="es-ES" noProof="0" dirty="0" err="1"/>
              <a:t>improvement</a:t>
            </a:r>
            <a:r>
              <a:rPr lang="es-ES" noProof="0" dirty="0"/>
              <a:t> =&gt; </a:t>
            </a:r>
            <a:r>
              <a:rPr lang="es-ES" noProof="0" dirty="0" err="1"/>
              <a:t>Better</a:t>
            </a:r>
            <a:r>
              <a:rPr lang="es-ES" noProof="0" dirty="0"/>
              <a:t> </a:t>
            </a:r>
            <a:r>
              <a:rPr lang="es-ES" noProof="0" dirty="0" err="1"/>
              <a:t>interpretability</a:t>
            </a:r>
            <a:r>
              <a:rPr lang="es-ES" noProof="0" dirty="0"/>
              <a:t>?</a:t>
            </a:r>
            <a:endParaRPr lang="es-ES" b="1" noProof="0" dirty="0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944CB2EC-36CB-CBF3-4D40-F33A1058268B}"/>
              </a:ext>
            </a:extLst>
          </p:cNvPr>
          <p:cNvSpPr/>
          <p:nvPr/>
        </p:nvSpPr>
        <p:spPr>
          <a:xfrm>
            <a:off x="2824891" y="5320788"/>
            <a:ext cx="3436913" cy="1293384"/>
          </a:xfrm>
          <a:prstGeom prst="flowChartAlternate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Fine tune =&gt; </a:t>
            </a:r>
            <a:r>
              <a:rPr lang="es-ES" dirty="0" err="1"/>
              <a:t>Better</a:t>
            </a:r>
            <a:r>
              <a:rPr lang="es-ES" dirty="0"/>
              <a:t> </a:t>
            </a:r>
            <a:r>
              <a:rPr lang="es-ES" dirty="0" err="1"/>
              <a:t>interpretability</a:t>
            </a:r>
            <a:r>
              <a:rPr lang="es-ES" dirty="0"/>
              <a:t>?</a:t>
            </a:r>
          </a:p>
          <a:p>
            <a:pPr algn="ctr"/>
            <a:r>
              <a:rPr lang="es-ES" dirty="0" err="1"/>
              <a:t>How</a:t>
            </a:r>
            <a:r>
              <a:rPr lang="es-ES" dirty="0"/>
              <a:t> </a:t>
            </a:r>
            <a:r>
              <a:rPr lang="es-ES" dirty="0" err="1"/>
              <a:t>much</a:t>
            </a:r>
            <a:r>
              <a:rPr lang="es-ES" dirty="0"/>
              <a:t> fine tune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needed</a:t>
            </a:r>
            <a:r>
              <a:rPr lang="es-ES" dirty="0"/>
              <a:t>?</a:t>
            </a:r>
            <a:endParaRPr lang="es-ES" noProof="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DF554F-A8B2-9AF4-E7F6-FA12D863050E}"/>
              </a:ext>
            </a:extLst>
          </p:cNvPr>
          <p:cNvSpPr txBox="1"/>
          <p:nvPr/>
        </p:nvSpPr>
        <p:spPr>
          <a:xfrm>
            <a:off x="4014516" y="3435502"/>
            <a:ext cx="112338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500" b="1" noProof="0" dirty="0"/>
              <a:t>RQ 2.2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D176AB-3E52-6768-3F0E-D63503EF150A}"/>
              </a:ext>
            </a:extLst>
          </p:cNvPr>
          <p:cNvSpPr txBox="1"/>
          <p:nvPr/>
        </p:nvSpPr>
        <p:spPr>
          <a:xfrm>
            <a:off x="4014516" y="4889107"/>
            <a:ext cx="112338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500" b="1" noProof="0" dirty="0"/>
              <a:t>RQ 2.3</a:t>
            </a:r>
          </a:p>
        </p:txBody>
      </p:sp>
      <p:sp>
        <p:nvSpPr>
          <p:cNvPr id="15" name="Flowchart: Alternate Process 14">
            <a:extLst>
              <a:ext uri="{FF2B5EF4-FFF2-40B4-BE49-F238E27FC236}">
                <a16:creationId xmlns:a16="http://schemas.microsoft.com/office/drawing/2014/main" id="{09998A06-B54F-5A60-D0C9-3605BB72FCD4}"/>
              </a:ext>
            </a:extLst>
          </p:cNvPr>
          <p:cNvSpPr/>
          <p:nvPr/>
        </p:nvSpPr>
        <p:spPr>
          <a:xfrm>
            <a:off x="171340" y="3429000"/>
            <a:ext cx="2224349" cy="1468600"/>
          </a:xfrm>
          <a:prstGeom prst="flowChartAlternate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noProof="0" dirty="0"/>
              <a:t>Do </a:t>
            </a:r>
            <a:r>
              <a:rPr lang="es-ES" b="1" noProof="0" dirty="0" err="1"/>
              <a:t>foundation</a:t>
            </a:r>
            <a:r>
              <a:rPr lang="es-ES" b="1" noProof="0" dirty="0"/>
              <a:t> </a:t>
            </a:r>
            <a:r>
              <a:rPr lang="es-ES" b="1" noProof="0" dirty="0" err="1"/>
              <a:t>models</a:t>
            </a:r>
            <a:r>
              <a:rPr lang="es-ES" noProof="0" dirty="0"/>
              <a:t> </a:t>
            </a:r>
            <a:r>
              <a:rPr lang="es-ES" noProof="0" dirty="0" err="1"/>
              <a:t>help</a:t>
            </a:r>
            <a:r>
              <a:rPr lang="es-ES" noProof="0" dirty="0"/>
              <a:t>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F572DA-0DE8-DEC9-D1B4-011BE7E64D72}"/>
              </a:ext>
            </a:extLst>
          </p:cNvPr>
          <p:cNvSpPr txBox="1"/>
          <p:nvPr/>
        </p:nvSpPr>
        <p:spPr>
          <a:xfrm>
            <a:off x="832481" y="2416010"/>
            <a:ext cx="85568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s-ES" sz="2500" b="1" noProof="0" dirty="0"/>
          </a:p>
          <a:p>
            <a:pPr algn="ctr"/>
            <a:r>
              <a:rPr lang="es-ES" sz="2500" b="1" noProof="0" dirty="0"/>
              <a:t>RQ 2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92B4798-D3A6-889D-9ADE-138444FB8FB6}"/>
              </a:ext>
            </a:extLst>
          </p:cNvPr>
          <p:cNvCxnSpPr>
            <a:cxnSpLocks/>
            <a:stCxn id="15" idx="3"/>
            <a:endCxn id="12" idx="1"/>
          </p:cNvCxnSpPr>
          <p:nvPr/>
        </p:nvCxnSpPr>
        <p:spPr>
          <a:xfrm>
            <a:off x="2395689" y="4163300"/>
            <a:ext cx="429202" cy="180418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D593C66-CF07-9B89-9815-31ECB35FE46D}"/>
              </a:ext>
            </a:extLst>
          </p:cNvPr>
          <p:cNvCxnSpPr>
            <a:cxnSpLocks/>
            <a:stCxn id="15" idx="3"/>
            <a:endCxn id="11" idx="1"/>
          </p:cNvCxnSpPr>
          <p:nvPr/>
        </p:nvCxnSpPr>
        <p:spPr>
          <a:xfrm flipV="1">
            <a:off x="2395689" y="4162305"/>
            <a:ext cx="429202" cy="99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DDC23F1-951F-25E3-0439-DC91419A83CA}"/>
              </a:ext>
            </a:extLst>
          </p:cNvPr>
          <p:cNvCxnSpPr>
            <a:cxnSpLocks/>
            <a:stCxn id="15" idx="3"/>
            <a:endCxn id="10" idx="1"/>
          </p:cNvCxnSpPr>
          <p:nvPr/>
        </p:nvCxnSpPr>
        <p:spPr>
          <a:xfrm flipV="1">
            <a:off x="2395689" y="2854355"/>
            <a:ext cx="429202" cy="130894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606270C-F1DF-0E8D-9AEF-9445AF0043B8}"/>
              </a:ext>
            </a:extLst>
          </p:cNvPr>
          <p:cNvSpPr txBox="1"/>
          <p:nvPr/>
        </p:nvSpPr>
        <p:spPr>
          <a:xfrm>
            <a:off x="4014516" y="2106686"/>
            <a:ext cx="112338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500" b="1" noProof="0" dirty="0"/>
              <a:t>RQ 2.1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9918C02B-066C-A05A-29A1-61C865D93C0A}"/>
              </a:ext>
            </a:extLst>
          </p:cNvPr>
          <p:cNvSpPr/>
          <p:nvPr/>
        </p:nvSpPr>
        <p:spPr>
          <a:xfrm>
            <a:off x="6500081" y="2592205"/>
            <a:ext cx="3243842" cy="524299"/>
          </a:xfrm>
          <a:prstGeom prst="flowChartAlternateProcess">
            <a:avLst/>
          </a:prstGeom>
          <a:solidFill>
            <a:srgbClr val="00B050">
              <a:alpha val="10000"/>
            </a:srgbClr>
          </a:solidFill>
          <a:ln>
            <a:solidFill>
              <a:schemeClr val="tx1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s-ES" noProof="0" dirty="0" err="1">
                <a:solidFill>
                  <a:schemeClr val="tx1"/>
                </a:solidFill>
              </a:rPr>
              <a:t>Difficult</a:t>
            </a:r>
            <a:r>
              <a:rPr lang="es-ES" noProof="0" dirty="0">
                <a:solidFill>
                  <a:schemeClr val="tx1"/>
                </a:solidFill>
              </a:rPr>
              <a:t> </a:t>
            </a:r>
            <a:r>
              <a:rPr lang="es-ES" noProof="0" dirty="0" err="1">
                <a:solidFill>
                  <a:schemeClr val="tx1"/>
                </a:solidFill>
              </a:rPr>
              <a:t>to</a:t>
            </a:r>
            <a:r>
              <a:rPr lang="es-ES" noProof="0" dirty="0">
                <a:solidFill>
                  <a:schemeClr val="tx1"/>
                </a:solidFill>
              </a:rPr>
              <a:t> </a:t>
            </a:r>
            <a:r>
              <a:rPr lang="es-ES" noProof="0" dirty="0" err="1">
                <a:solidFill>
                  <a:schemeClr val="tx1"/>
                </a:solidFill>
              </a:rPr>
              <a:t>interpret</a:t>
            </a:r>
            <a:endParaRPr lang="es-ES" noProof="0" dirty="0">
              <a:solidFill>
                <a:schemeClr val="tx1"/>
              </a:solidFill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BCCF6FC-0E88-E8E1-3A83-53DCD4140F63}"/>
              </a:ext>
            </a:extLst>
          </p:cNvPr>
          <p:cNvCxnSpPr>
            <a:cxnSpLocks/>
            <a:stCxn id="10" idx="3"/>
            <a:endCxn id="24" idx="1"/>
          </p:cNvCxnSpPr>
          <p:nvPr/>
        </p:nvCxnSpPr>
        <p:spPr>
          <a:xfrm>
            <a:off x="6261804" y="2854355"/>
            <a:ext cx="238277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Flowchart: Alternate Process 27">
            <a:extLst>
              <a:ext uri="{FF2B5EF4-FFF2-40B4-BE49-F238E27FC236}">
                <a16:creationId xmlns:a16="http://schemas.microsoft.com/office/drawing/2014/main" id="{1F7B967D-1EA8-8509-9052-02C91311E2A4}"/>
              </a:ext>
            </a:extLst>
          </p:cNvPr>
          <p:cNvSpPr/>
          <p:nvPr/>
        </p:nvSpPr>
        <p:spPr>
          <a:xfrm>
            <a:off x="6500081" y="3900154"/>
            <a:ext cx="3243842" cy="524299"/>
          </a:xfrm>
          <a:prstGeom prst="flowChartAlternateProcess">
            <a:avLst/>
          </a:prstGeom>
          <a:solidFill>
            <a:srgbClr val="00B050">
              <a:alpha val="10000"/>
            </a:srgbClr>
          </a:solidFill>
          <a:ln>
            <a:solidFill>
              <a:schemeClr val="tx1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s-ES" noProof="0" dirty="0">
                <a:solidFill>
                  <a:schemeClr val="tx1"/>
                </a:solidFill>
              </a:rPr>
              <a:t>No </a:t>
            </a:r>
            <a:r>
              <a:rPr lang="es-ES" noProof="0" dirty="0" err="1">
                <a:solidFill>
                  <a:schemeClr val="tx1"/>
                </a:solidFill>
              </a:rPr>
              <a:t>correlation</a:t>
            </a:r>
            <a:r>
              <a:rPr lang="es-ES" noProof="0" dirty="0">
                <a:solidFill>
                  <a:schemeClr val="tx1"/>
                </a:solidFill>
              </a:rPr>
              <a:t> </a:t>
            </a:r>
            <a:r>
              <a:rPr lang="es-ES" noProof="0" dirty="0" err="1">
                <a:solidFill>
                  <a:schemeClr val="tx1"/>
                </a:solidFill>
              </a:rPr>
              <a:t>detected</a:t>
            </a:r>
            <a:endParaRPr lang="es-ES" noProof="0" dirty="0">
              <a:solidFill>
                <a:schemeClr val="tx1"/>
              </a:solidFill>
            </a:endParaRPr>
          </a:p>
        </p:txBody>
      </p:sp>
      <p:sp>
        <p:nvSpPr>
          <p:cNvPr id="29" name="Flowchart: Alternate Process 28">
            <a:extLst>
              <a:ext uri="{FF2B5EF4-FFF2-40B4-BE49-F238E27FC236}">
                <a16:creationId xmlns:a16="http://schemas.microsoft.com/office/drawing/2014/main" id="{6ADD6C6F-72E3-0598-77A6-3CDCEEDC0616}"/>
              </a:ext>
            </a:extLst>
          </p:cNvPr>
          <p:cNvSpPr/>
          <p:nvPr/>
        </p:nvSpPr>
        <p:spPr>
          <a:xfrm>
            <a:off x="6500081" y="5568805"/>
            <a:ext cx="4117739" cy="787545"/>
          </a:xfrm>
          <a:prstGeom prst="flowChartAlternateProcess">
            <a:avLst/>
          </a:prstGeom>
          <a:solidFill>
            <a:srgbClr val="00B050">
              <a:alpha val="10000"/>
            </a:srgbClr>
          </a:solidFill>
          <a:ln>
            <a:solidFill>
              <a:schemeClr val="tx1"/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s-ES" noProof="0" dirty="0">
                <a:solidFill>
                  <a:schemeClr val="tx1"/>
                </a:solidFill>
              </a:rPr>
              <a:t>Non </a:t>
            </a:r>
            <a:r>
              <a:rPr lang="es-ES" noProof="0" dirty="0" err="1">
                <a:solidFill>
                  <a:schemeClr val="tx1"/>
                </a:solidFill>
              </a:rPr>
              <a:t>conclussive</a:t>
            </a:r>
            <a:r>
              <a:rPr lang="es-ES" noProof="0" dirty="0">
                <a:solidFill>
                  <a:schemeClr val="tx1"/>
                </a:solidFill>
              </a:rPr>
              <a:t> </a:t>
            </a:r>
            <a:r>
              <a:rPr lang="es-ES" noProof="0" dirty="0" err="1">
                <a:solidFill>
                  <a:schemeClr val="tx1"/>
                </a:solidFill>
              </a:rPr>
              <a:t>answer</a:t>
            </a:r>
            <a:endParaRPr lang="es-ES" noProof="0" dirty="0">
              <a:solidFill>
                <a:schemeClr val="tx1"/>
              </a:solidFill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16DEFF4-61A9-CB79-CA82-34207651BA65}"/>
              </a:ext>
            </a:extLst>
          </p:cNvPr>
          <p:cNvCxnSpPr>
            <a:cxnSpLocks/>
            <a:stCxn id="11" idx="3"/>
            <a:endCxn id="28" idx="1"/>
          </p:cNvCxnSpPr>
          <p:nvPr/>
        </p:nvCxnSpPr>
        <p:spPr>
          <a:xfrm flipV="1">
            <a:off x="6261804" y="4162304"/>
            <a:ext cx="238277" cy="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E8350DA-20C0-7CBF-E6E3-66C8E432D21C}"/>
              </a:ext>
            </a:extLst>
          </p:cNvPr>
          <p:cNvCxnSpPr>
            <a:cxnSpLocks/>
            <a:stCxn id="12" idx="3"/>
            <a:endCxn id="29" idx="1"/>
          </p:cNvCxnSpPr>
          <p:nvPr/>
        </p:nvCxnSpPr>
        <p:spPr>
          <a:xfrm flipV="1">
            <a:off x="6261804" y="5962578"/>
            <a:ext cx="238277" cy="490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7C76847A-0499-52F3-6E48-32652D94A7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83" y="5490587"/>
            <a:ext cx="2341416" cy="934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23A69985-2BB5-9E88-382D-2A87DFB046CF}"/>
              </a:ext>
            </a:extLst>
          </p:cNvPr>
          <p:cNvGrpSpPr/>
          <p:nvPr/>
        </p:nvGrpSpPr>
        <p:grpSpPr>
          <a:xfrm>
            <a:off x="0" y="1285200"/>
            <a:ext cx="1003300" cy="659583"/>
            <a:chOff x="11353800" y="6453113"/>
            <a:chExt cx="1003300" cy="65958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B9F3590-061E-B919-7C0E-ED84DBA1451C}"/>
                </a:ext>
              </a:extLst>
            </p:cNvPr>
            <p:cNvGrpSpPr/>
            <p:nvPr/>
          </p:nvGrpSpPr>
          <p:grpSpPr>
            <a:xfrm>
              <a:off x="11353800" y="6453113"/>
              <a:ext cx="1003300" cy="659583"/>
              <a:chOff x="3297767" y="3824883"/>
              <a:chExt cx="1967439" cy="1398425"/>
            </a:xfrm>
          </p:grpSpPr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447A169D-A7A2-42A8-8BEE-22C6EF6CE4FA}"/>
                  </a:ext>
                </a:extLst>
              </p:cNvPr>
              <p:cNvSpPr/>
              <p:nvPr/>
            </p:nvSpPr>
            <p:spPr>
              <a:xfrm>
                <a:off x="3297767" y="3824883"/>
                <a:ext cx="1967439" cy="1011436"/>
              </a:xfrm>
              <a:custGeom>
                <a:avLst/>
                <a:gdLst>
                  <a:gd name="connsiteX0" fmla="*/ 544307 w 1967439"/>
                  <a:gd name="connsiteY0" fmla="*/ 35856 h 1011436"/>
                  <a:gd name="connsiteX1" fmla="*/ 99882 w 1967439"/>
                  <a:gd name="connsiteY1" fmla="*/ 343837 h 1011436"/>
                  <a:gd name="connsiteX2" fmla="*/ 99882 w 1967439"/>
                  <a:gd name="connsiteY2" fmla="*/ 784909 h 1011436"/>
                  <a:gd name="connsiteX3" fmla="*/ 277377 w 1967439"/>
                  <a:gd name="connsiteY3" fmla="*/ 962404 h 1011436"/>
                  <a:gd name="connsiteX4" fmla="*/ 772541 w 1967439"/>
                  <a:gd name="connsiteY4" fmla="*/ 628302 h 1011436"/>
                  <a:gd name="connsiteX5" fmla="*/ 772541 w 1967439"/>
                  <a:gd name="connsiteY5" fmla="*/ 645044 h 1011436"/>
                  <a:gd name="connsiteX6" fmla="*/ 817605 w 1967439"/>
                  <a:gd name="connsiteY6" fmla="*/ 645044 h 1011436"/>
                  <a:gd name="connsiteX7" fmla="*/ 327728 w 1967439"/>
                  <a:gd name="connsiteY7" fmla="*/ 975579 h 1011436"/>
                  <a:gd name="connsiteX8" fmla="*/ 1423935 w 1967439"/>
                  <a:gd name="connsiteY8" fmla="*/ 975579 h 1011436"/>
                  <a:gd name="connsiteX9" fmla="*/ 1868360 w 1967439"/>
                  <a:gd name="connsiteY9" fmla="*/ 667598 h 1011436"/>
                  <a:gd name="connsiteX10" fmla="*/ 1868360 w 1967439"/>
                  <a:gd name="connsiteY10" fmla="*/ 226526 h 1011436"/>
                  <a:gd name="connsiteX11" fmla="*/ 1694924 w 1967439"/>
                  <a:gd name="connsiteY11" fmla="*/ 53090 h 1011436"/>
                  <a:gd name="connsiteX12" fmla="*/ 1120328 w 1967439"/>
                  <a:gd name="connsiteY12" fmla="*/ 440788 h 1011436"/>
                  <a:gd name="connsiteX13" fmla="*/ 1050451 w 1967439"/>
                  <a:gd name="connsiteY13" fmla="*/ 440788 h 1011436"/>
                  <a:gd name="connsiteX14" fmla="*/ 1650589 w 1967439"/>
                  <a:gd name="connsiteY14" fmla="*/ 35856 h 1011436"/>
                  <a:gd name="connsiteX15" fmla="*/ 415649 w 1967439"/>
                  <a:gd name="connsiteY15" fmla="*/ 0 h 1011436"/>
                  <a:gd name="connsiteX16" fmla="*/ 1805418 w 1967439"/>
                  <a:gd name="connsiteY16" fmla="*/ 0 h 1011436"/>
                  <a:gd name="connsiteX17" fmla="*/ 1967439 w 1967439"/>
                  <a:gd name="connsiteY17" fmla="*/ 149704 h 1011436"/>
                  <a:gd name="connsiteX18" fmla="*/ 1967439 w 1967439"/>
                  <a:gd name="connsiteY18" fmla="*/ 734223 h 1011436"/>
                  <a:gd name="connsiteX19" fmla="*/ 1567412 w 1967439"/>
                  <a:gd name="connsiteY19" fmla="*/ 1011436 h 1011436"/>
                  <a:gd name="connsiteX20" fmla="*/ 176031 w 1967439"/>
                  <a:gd name="connsiteY20" fmla="*/ 1011436 h 1011436"/>
                  <a:gd name="connsiteX21" fmla="*/ 0 w 1967439"/>
                  <a:gd name="connsiteY21" fmla="*/ 837823 h 1011436"/>
                  <a:gd name="connsiteX22" fmla="*/ 0 w 1967439"/>
                  <a:gd name="connsiteY22" fmla="*/ 288040 h 1011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967439" h="1011436">
                    <a:moveTo>
                      <a:pt x="544307" y="35856"/>
                    </a:moveTo>
                    <a:lnTo>
                      <a:pt x="99882" y="343837"/>
                    </a:lnTo>
                    <a:lnTo>
                      <a:pt x="99882" y="784909"/>
                    </a:lnTo>
                    <a:lnTo>
                      <a:pt x="277377" y="962404"/>
                    </a:lnTo>
                    <a:lnTo>
                      <a:pt x="772541" y="628302"/>
                    </a:lnTo>
                    <a:lnTo>
                      <a:pt x="772541" y="645044"/>
                    </a:lnTo>
                    <a:lnTo>
                      <a:pt x="817605" y="645044"/>
                    </a:lnTo>
                    <a:lnTo>
                      <a:pt x="327728" y="975579"/>
                    </a:lnTo>
                    <a:lnTo>
                      <a:pt x="1423935" y="975579"/>
                    </a:lnTo>
                    <a:lnTo>
                      <a:pt x="1868360" y="667598"/>
                    </a:lnTo>
                    <a:lnTo>
                      <a:pt x="1868360" y="226526"/>
                    </a:lnTo>
                    <a:lnTo>
                      <a:pt x="1694924" y="53090"/>
                    </a:lnTo>
                    <a:lnTo>
                      <a:pt x="1120328" y="440788"/>
                    </a:lnTo>
                    <a:lnTo>
                      <a:pt x="1050451" y="440788"/>
                    </a:lnTo>
                    <a:lnTo>
                      <a:pt x="1650589" y="35856"/>
                    </a:lnTo>
                    <a:close/>
                    <a:moveTo>
                      <a:pt x="415649" y="0"/>
                    </a:moveTo>
                    <a:lnTo>
                      <a:pt x="1805418" y="0"/>
                    </a:lnTo>
                    <a:lnTo>
                      <a:pt x="1967439" y="149704"/>
                    </a:lnTo>
                    <a:lnTo>
                      <a:pt x="1967439" y="734223"/>
                    </a:lnTo>
                    <a:lnTo>
                      <a:pt x="1567412" y="1011436"/>
                    </a:lnTo>
                    <a:lnTo>
                      <a:pt x="176031" y="1011436"/>
                    </a:lnTo>
                    <a:lnTo>
                      <a:pt x="0" y="837823"/>
                    </a:lnTo>
                    <a:lnTo>
                      <a:pt x="0" y="288040"/>
                    </a:lnTo>
                    <a:close/>
                  </a:path>
                </a:pathLst>
              </a:custGeom>
              <a:solidFill>
                <a:schemeClr val="accent5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0608883-AB49-5D06-1393-022FE4999AC1}"/>
                  </a:ext>
                </a:extLst>
              </p:cNvPr>
              <p:cNvSpPr txBox="1"/>
              <p:nvPr/>
            </p:nvSpPr>
            <p:spPr>
              <a:xfrm>
                <a:off x="4281487" y="4440263"/>
                <a:ext cx="561974" cy="7830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s-ES" b="1" noProof="0"/>
              </a:p>
            </p:txBody>
          </p:sp>
        </p:grp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263D552-D9D0-64BD-FEFE-AA0A7B51D1B4}"/>
                </a:ext>
              </a:extLst>
            </p:cNvPr>
            <p:cNvSpPr/>
            <p:nvPr/>
          </p:nvSpPr>
          <p:spPr>
            <a:xfrm rot="10800000">
              <a:off x="11517235" y="6473373"/>
              <a:ext cx="796394" cy="443231"/>
            </a:xfrm>
            <a:custGeom>
              <a:avLst/>
              <a:gdLst>
                <a:gd name="connsiteX0" fmla="*/ 205655 w 1561703"/>
                <a:gd name="connsiteY0" fmla="*/ 939723 h 939723"/>
                <a:gd name="connsiteX1" fmla="*/ 190670 w 1561703"/>
                <a:gd name="connsiteY1" fmla="*/ 939723 h 939723"/>
                <a:gd name="connsiteX2" fmla="*/ 0 w 1561703"/>
                <a:gd name="connsiteY2" fmla="*/ 749053 h 939723"/>
                <a:gd name="connsiteX3" fmla="*/ 0 w 1561703"/>
                <a:gd name="connsiteY3" fmla="*/ 307981 h 939723"/>
                <a:gd name="connsiteX4" fmla="*/ 444425 w 1561703"/>
                <a:gd name="connsiteY4" fmla="*/ 0 h 939723"/>
                <a:gd name="connsiteX5" fmla="*/ 1561703 w 1561703"/>
                <a:gd name="connsiteY5" fmla="*/ 0 h 939723"/>
                <a:gd name="connsiteX6" fmla="*/ 1084733 w 1561703"/>
                <a:gd name="connsiteY6" fmla="*/ 330535 h 939723"/>
                <a:gd name="connsiteX7" fmla="*/ 707509 w 1561703"/>
                <a:gd name="connsiteY7" fmla="*/ 330535 h 939723"/>
                <a:gd name="connsiteX8" fmla="*/ 673466 w 1561703"/>
                <a:gd name="connsiteY8" fmla="*/ 364578 h 939723"/>
                <a:gd name="connsiteX9" fmla="*/ 673466 w 1561703"/>
                <a:gd name="connsiteY9" fmla="*/ 364578 h 939723"/>
                <a:gd name="connsiteX10" fmla="*/ 673465 w 1561703"/>
                <a:gd name="connsiteY10" fmla="*/ 364578 h 939723"/>
                <a:gd name="connsiteX11" fmla="*/ 673465 w 1561703"/>
                <a:gd name="connsiteY11" fmla="*/ 534791 h 939723"/>
                <a:gd name="connsiteX12" fmla="*/ 789985 w 1561703"/>
                <a:gd name="connsiteY12" fmla="*/ 534791 h 939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61703" h="939723">
                  <a:moveTo>
                    <a:pt x="205655" y="939723"/>
                  </a:moveTo>
                  <a:lnTo>
                    <a:pt x="190670" y="939723"/>
                  </a:lnTo>
                  <a:lnTo>
                    <a:pt x="0" y="749053"/>
                  </a:lnTo>
                  <a:lnTo>
                    <a:pt x="0" y="307981"/>
                  </a:lnTo>
                  <a:lnTo>
                    <a:pt x="444425" y="0"/>
                  </a:lnTo>
                  <a:lnTo>
                    <a:pt x="1561703" y="0"/>
                  </a:lnTo>
                  <a:lnTo>
                    <a:pt x="1084733" y="330535"/>
                  </a:lnTo>
                  <a:lnTo>
                    <a:pt x="707509" y="330535"/>
                  </a:lnTo>
                  <a:lnTo>
                    <a:pt x="673466" y="364578"/>
                  </a:lnTo>
                  <a:lnTo>
                    <a:pt x="673466" y="364578"/>
                  </a:lnTo>
                  <a:lnTo>
                    <a:pt x="673465" y="364578"/>
                  </a:lnTo>
                  <a:lnTo>
                    <a:pt x="673465" y="534791"/>
                  </a:lnTo>
                  <a:lnTo>
                    <a:pt x="789985" y="534791"/>
                  </a:lnTo>
                  <a:close/>
                </a:path>
              </a:pathLst>
            </a:custGeom>
            <a:solidFill>
              <a:srgbClr val="E6D0DE">
                <a:alpha val="5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198462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555"/>
    </mc:Choice>
    <mc:Fallback xmlns="">
      <p:transition spd="slow" advTm="5255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/>
      <p:bldP spid="14" grpId="0"/>
      <p:bldP spid="15" grpId="0" animBg="1"/>
      <p:bldP spid="16" grpId="0"/>
      <p:bldP spid="22" grpId="0"/>
      <p:bldP spid="24" grpId="0" animBg="1"/>
      <p:bldP spid="28" grpId="0" animBg="1"/>
      <p:bldP spid="29" grpId="0" animBg="1"/>
    </p:bldLst>
  </p:timing>
  <p:extLst>
    <p:ext uri="{3A86A75C-4F4B-4683-9AE1-C65F6400EC91}">
      <p14:laserTraceLst xmlns:p14="http://schemas.microsoft.com/office/powerpoint/2010/main">
        <p14:tracePtLst>
          <p14:tracePt t="45030" x="10820400" y="3009900"/>
          <p14:tracePt t="45036" x="10763250" y="2971800"/>
          <p14:tracePt t="45046" x="10756900" y="2965450"/>
          <p14:tracePt t="45063" x="10744200" y="2959100"/>
          <p14:tracePt t="45201" x="10737850" y="2940050"/>
          <p14:tracePt t="45208" x="10725150" y="2921000"/>
          <p14:tracePt t="45217" x="10699750" y="2882900"/>
          <p14:tracePt t="45230" x="10687050" y="2870200"/>
        </p14:tracePtLst>
      </p14:laserTraceLst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89F098-54BE-9234-D66B-152466D4B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0C290ED-5A62-2470-AF52-B92BDA76032C}"/>
              </a:ext>
            </a:extLst>
          </p:cNvPr>
          <p:cNvSpPr/>
          <p:nvPr/>
        </p:nvSpPr>
        <p:spPr>
          <a:xfrm>
            <a:off x="-498606" y="1255220"/>
            <a:ext cx="13189209" cy="5946229"/>
          </a:xfrm>
          <a:prstGeom prst="roundRect">
            <a:avLst>
              <a:gd name="adj" fmla="val 5714"/>
            </a:avLst>
          </a:prstGeom>
          <a:solidFill>
            <a:srgbClr val="F5F8F9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00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E5F4CE1-01FF-A5D5-F2AD-99C0C575FF67}"/>
              </a:ext>
            </a:extLst>
          </p:cNvPr>
          <p:cNvSpPr/>
          <p:nvPr/>
        </p:nvSpPr>
        <p:spPr>
          <a:xfrm>
            <a:off x="902090" y="-2869258"/>
            <a:ext cx="10753725" cy="3843728"/>
          </a:xfrm>
          <a:prstGeom prst="roundRect">
            <a:avLst>
              <a:gd name="adj" fmla="val 571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00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s-ES" sz="2800" b="1">
                <a:solidFill>
                  <a:schemeClr val="tx1"/>
                </a:solidFill>
                <a:latin typeface="+mj-lt"/>
              </a:rPr>
              <a:t>Trabajo futuro </a:t>
            </a:r>
            <a:r>
              <a:rPr lang="es-ES" sz="2800" b="1">
                <a:solidFill>
                  <a:schemeClr val="bg2">
                    <a:lumMod val="50000"/>
                  </a:schemeClr>
                </a:solidFill>
                <a:latin typeface="+mj-lt"/>
              </a:rPr>
              <a:t>1/3</a:t>
            </a:r>
            <a:endParaRPr lang="es-ES" sz="28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CE523-43B3-A0C9-E81D-E8C1910CB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6E274-3D30-4D47-98D0-0581248BD0B1}" type="slidenum">
              <a:rPr lang="es-ES" noProof="0" smtClean="0"/>
              <a:t>14</a:t>
            </a:fld>
            <a:endParaRPr lang="es-ES" noProof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B6FC94-F276-5385-E57B-A040F86B71F6}"/>
              </a:ext>
            </a:extLst>
          </p:cNvPr>
          <p:cNvSpPr txBox="1"/>
          <p:nvPr/>
        </p:nvSpPr>
        <p:spPr>
          <a:xfrm>
            <a:off x="383930" y="1730221"/>
            <a:ext cx="5712070" cy="42165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400" b="1" dirty="0"/>
              <a:t>Data </a:t>
            </a:r>
            <a:r>
              <a:rPr lang="es-ES" sz="2400" b="1" dirty="0" err="1"/>
              <a:t>Mining</a:t>
            </a:r>
            <a:endParaRPr lang="es-ES" sz="2400" b="1" dirty="0"/>
          </a:p>
          <a:p>
            <a:endParaRPr lang="es-ES" sz="2000" dirty="0">
              <a:solidFill>
                <a:srgbClr val="00B050"/>
              </a:solidFill>
            </a:endParaRPr>
          </a:p>
          <a:p>
            <a:pPr marL="457200" indent="-457200">
              <a:buFont typeface="+mj-lt"/>
              <a:buAutoNum type="arabicParenR"/>
            </a:pPr>
            <a:r>
              <a:rPr lang="es-ES" sz="2000" dirty="0" err="1"/>
              <a:t>Add</a:t>
            </a:r>
            <a:r>
              <a:rPr lang="es-ES" sz="2000" dirty="0"/>
              <a:t> </a:t>
            </a:r>
            <a:r>
              <a:rPr lang="es-ES" sz="2000" dirty="0" err="1"/>
              <a:t>MatrixProfile-based</a:t>
            </a:r>
            <a:r>
              <a:rPr lang="es-ES" sz="2000" dirty="0"/>
              <a:t> </a:t>
            </a:r>
            <a:r>
              <a:rPr lang="es-ES" sz="2000" dirty="0" err="1"/>
              <a:t>exogenus</a:t>
            </a:r>
            <a:r>
              <a:rPr lang="es-ES" sz="2000" dirty="0"/>
              <a:t> </a:t>
            </a:r>
            <a:r>
              <a:rPr lang="es-ES" sz="2000" dirty="0" err="1"/>
              <a:t>features</a:t>
            </a:r>
            <a:endParaRPr lang="es-ES" sz="2000" dirty="0"/>
          </a:p>
          <a:p>
            <a:pPr marL="457200" indent="-457200">
              <a:buFont typeface="+mj-lt"/>
              <a:buAutoNum type="arabicParenR"/>
            </a:pPr>
            <a:r>
              <a:rPr lang="es-ES" sz="2000" dirty="0" err="1"/>
              <a:t>Add</a:t>
            </a:r>
            <a:r>
              <a:rPr lang="es-ES" sz="2000" dirty="0"/>
              <a:t> Multifocal </a:t>
            </a:r>
            <a:r>
              <a:rPr lang="es-ES" sz="2000" dirty="0" err="1"/>
              <a:t>MPlot</a:t>
            </a:r>
            <a:endParaRPr lang="es-ES" sz="2000" b="1" dirty="0"/>
          </a:p>
          <a:p>
            <a:pPr marL="457200" indent="-457200">
              <a:buFont typeface="+mj-lt"/>
              <a:buAutoNum type="arabicParenR"/>
            </a:pPr>
            <a:r>
              <a:rPr lang="es-ES" sz="2000" dirty="0" err="1"/>
              <a:t>Add</a:t>
            </a:r>
            <a:r>
              <a:rPr lang="es-ES" sz="2000" dirty="0"/>
              <a:t> </a:t>
            </a:r>
            <a:r>
              <a:rPr lang="es-ES" sz="2000" dirty="0" err="1"/>
              <a:t>multivariate</a:t>
            </a:r>
            <a:r>
              <a:rPr lang="es-ES" sz="2000" dirty="0"/>
              <a:t> Matrix </a:t>
            </a:r>
            <a:r>
              <a:rPr lang="es-ES" sz="2000" dirty="0" err="1"/>
              <a:t>Profile</a:t>
            </a:r>
            <a:endParaRPr lang="es-ES" sz="2000" dirty="0"/>
          </a:p>
          <a:p>
            <a:endParaRPr lang="es-ES" sz="2000" b="1" dirty="0"/>
          </a:p>
          <a:p>
            <a:r>
              <a:rPr lang="es-ES" sz="2400" b="1" dirty="0"/>
              <a:t>Deep </a:t>
            </a:r>
            <a:r>
              <a:rPr lang="es-ES" sz="2400" b="1" dirty="0" err="1"/>
              <a:t>Learnig</a:t>
            </a:r>
            <a:r>
              <a:rPr lang="es-ES" sz="2400" b="1" dirty="0"/>
              <a:t> (fine-tune)</a:t>
            </a:r>
            <a:endParaRPr lang="es-ES" sz="2400" dirty="0"/>
          </a:p>
          <a:p>
            <a:pPr marL="457200" indent="-457200">
              <a:buFont typeface="+mj-lt"/>
              <a:buAutoNum type="arabicParenR"/>
            </a:pPr>
            <a:endParaRPr lang="es-ES" sz="2000" dirty="0"/>
          </a:p>
          <a:p>
            <a:pPr marL="457200" indent="-457200">
              <a:buFont typeface="+mj-lt"/>
              <a:buAutoNum type="arabicParenR"/>
            </a:pPr>
            <a:r>
              <a:rPr lang="es-ES" sz="2000" dirty="0" err="1"/>
              <a:t>Modify</a:t>
            </a:r>
            <a:r>
              <a:rPr lang="es-ES" sz="2000" dirty="0"/>
              <a:t> los </a:t>
            </a:r>
            <a:r>
              <a:rPr lang="es-ES" sz="2000" dirty="0" err="1"/>
              <a:t>distance</a:t>
            </a:r>
            <a:r>
              <a:rPr lang="es-ES" sz="2000" dirty="0"/>
              <a:t> (Data Time </a:t>
            </a:r>
            <a:r>
              <a:rPr lang="es-ES" sz="2000" dirty="0" err="1"/>
              <a:t>Warping</a:t>
            </a:r>
            <a:r>
              <a:rPr lang="es-ES" sz="2000" dirty="0"/>
              <a:t>)</a:t>
            </a:r>
          </a:p>
          <a:p>
            <a:pPr marL="457200" indent="-457200">
              <a:buFont typeface="+mj-lt"/>
              <a:buAutoNum type="arabicParenR"/>
            </a:pPr>
            <a:r>
              <a:rPr lang="es-ES" sz="2000" dirty="0"/>
              <a:t>Use </a:t>
            </a:r>
            <a:r>
              <a:rPr lang="es-ES" sz="2000" dirty="0" err="1"/>
              <a:t>preprocessed</a:t>
            </a:r>
            <a:r>
              <a:rPr lang="es-ES" sz="2000" dirty="0"/>
              <a:t> data </a:t>
            </a:r>
            <a:r>
              <a:rPr lang="es-ES" sz="2000" dirty="0" err="1"/>
              <a:t>instead</a:t>
            </a:r>
            <a:r>
              <a:rPr lang="es-ES" sz="2000" dirty="0"/>
              <a:t> </a:t>
            </a:r>
            <a:r>
              <a:rPr lang="es-ES" sz="2000" dirty="0" err="1"/>
              <a:t>of</a:t>
            </a:r>
            <a:r>
              <a:rPr lang="es-ES" sz="2000" dirty="0"/>
              <a:t> raw data</a:t>
            </a:r>
          </a:p>
          <a:p>
            <a:pPr marL="457200" indent="-457200">
              <a:buFont typeface="+mj-lt"/>
              <a:buAutoNum type="arabicParenR"/>
            </a:pPr>
            <a:r>
              <a:rPr lang="es-ES" sz="2000" dirty="0" err="1"/>
              <a:t>Freeze</a:t>
            </a:r>
            <a:r>
              <a:rPr lang="es-ES" sz="2000" dirty="0"/>
              <a:t> </a:t>
            </a:r>
            <a:r>
              <a:rPr lang="es-ES" sz="2000" dirty="0" err="1"/>
              <a:t>layers</a:t>
            </a:r>
            <a:endParaRPr lang="es-ES" sz="2000" dirty="0"/>
          </a:p>
          <a:p>
            <a:pPr lvl="1"/>
            <a:r>
              <a:rPr lang="es-ES" sz="2000" dirty="0"/>
              <a:t> </a:t>
            </a:r>
          </a:p>
          <a:p>
            <a:pPr marL="457200" indent="-457200">
              <a:buFont typeface="+mj-lt"/>
              <a:buAutoNum type="arabicParenR"/>
            </a:pPr>
            <a:endParaRPr lang="es-ES" sz="2000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EBF64342-5544-3E3D-1244-B4BD07A441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9373766"/>
              </p:ext>
            </p:extLst>
          </p:nvPr>
        </p:nvGraphicFramePr>
        <p:xfrm>
          <a:off x="1657803" y="157282"/>
          <a:ext cx="9242297" cy="2107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0DC7987A-45DE-1AD9-A71F-7D01190E4A03}"/>
              </a:ext>
            </a:extLst>
          </p:cNvPr>
          <p:cNvGrpSpPr/>
          <p:nvPr/>
        </p:nvGrpSpPr>
        <p:grpSpPr>
          <a:xfrm>
            <a:off x="0" y="1297900"/>
            <a:ext cx="1003300" cy="659583"/>
            <a:chOff x="11353800" y="6453113"/>
            <a:chExt cx="1003300" cy="659583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F7B9B9F-0B17-182D-3594-910C57E2A9E1}"/>
                </a:ext>
              </a:extLst>
            </p:cNvPr>
            <p:cNvGrpSpPr/>
            <p:nvPr/>
          </p:nvGrpSpPr>
          <p:grpSpPr>
            <a:xfrm>
              <a:off x="11353800" y="6453113"/>
              <a:ext cx="1003300" cy="659583"/>
              <a:chOff x="3297767" y="3824883"/>
              <a:chExt cx="1967439" cy="1398425"/>
            </a:xfrm>
          </p:grpSpPr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E353975B-3DFA-85EB-46AC-498ED4430645}"/>
                  </a:ext>
                </a:extLst>
              </p:cNvPr>
              <p:cNvSpPr/>
              <p:nvPr/>
            </p:nvSpPr>
            <p:spPr>
              <a:xfrm>
                <a:off x="3297767" y="3824883"/>
                <a:ext cx="1967439" cy="1011436"/>
              </a:xfrm>
              <a:custGeom>
                <a:avLst/>
                <a:gdLst>
                  <a:gd name="connsiteX0" fmla="*/ 544307 w 1967439"/>
                  <a:gd name="connsiteY0" fmla="*/ 35856 h 1011436"/>
                  <a:gd name="connsiteX1" fmla="*/ 99882 w 1967439"/>
                  <a:gd name="connsiteY1" fmla="*/ 343837 h 1011436"/>
                  <a:gd name="connsiteX2" fmla="*/ 99882 w 1967439"/>
                  <a:gd name="connsiteY2" fmla="*/ 784909 h 1011436"/>
                  <a:gd name="connsiteX3" fmla="*/ 277377 w 1967439"/>
                  <a:gd name="connsiteY3" fmla="*/ 962404 h 1011436"/>
                  <a:gd name="connsiteX4" fmla="*/ 772541 w 1967439"/>
                  <a:gd name="connsiteY4" fmla="*/ 628302 h 1011436"/>
                  <a:gd name="connsiteX5" fmla="*/ 772541 w 1967439"/>
                  <a:gd name="connsiteY5" fmla="*/ 645044 h 1011436"/>
                  <a:gd name="connsiteX6" fmla="*/ 817605 w 1967439"/>
                  <a:gd name="connsiteY6" fmla="*/ 645044 h 1011436"/>
                  <a:gd name="connsiteX7" fmla="*/ 327728 w 1967439"/>
                  <a:gd name="connsiteY7" fmla="*/ 975579 h 1011436"/>
                  <a:gd name="connsiteX8" fmla="*/ 1423935 w 1967439"/>
                  <a:gd name="connsiteY8" fmla="*/ 975579 h 1011436"/>
                  <a:gd name="connsiteX9" fmla="*/ 1868360 w 1967439"/>
                  <a:gd name="connsiteY9" fmla="*/ 667598 h 1011436"/>
                  <a:gd name="connsiteX10" fmla="*/ 1868360 w 1967439"/>
                  <a:gd name="connsiteY10" fmla="*/ 226526 h 1011436"/>
                  <a:gd name="connsiteX11" fmla="*/ 1694924 w 1967439"/>
                  <a:gd name="connsiteY11" fmla="*/ 53090 h 1011436"/>
                  <a:gd name="connsiteX12" fmla="*/ 1120328 w 1967439"/>
                  <a:gd name="connsiteY12" fmla="*/ 440788 h 1011436"/>
                  <a:gd name="connsiteX13" fmla="*/ 1050451 w 1967439"/>
                  <a:gd name="connsiteY13" fmla="*/ 440788 h 1011436"/>
                  <a:gd name="connsiteX14" fmla="*/ 1650589 w 1967439"/>
                  <a:gd name="connsiteY14" fmla="*/ 35856 h 1011436"/>
                  <a:gd name="connsiteX15" fmla="*/ 415649 w 1967439"/>
                  <a:gd name="connsiteY15" fmla="*/ 0 h 1011436"/>
                  <a:gd name="connsiteX16" fmla="*/ 1805418 w 1967439"/>
                  <a:gd name="connsiteY16" fmla="*/ 0 h 1011436"/>
                  <a:gd name="connsiteX17" fmla="*/ 1967439 w 1967439"/>
                  <a:gd name="connsiteY17" fmla="*/ 149704 h 1011436"/>
                  <a:gd name="connsiteX18" fmla="*/ 1967439 w 1967439"/>
                  <a:gd name="connsiteY18" fmla="*/ 734223 h 1011436"/>
                  <a:gd name="connsiteX19" fmla="*/ 1567412 w 1967439"/>
                  <a:gd name="connsiteY19" fmla="*/ 1011436 h 1011436"/>
                  <a:gd name="connsiteX20" fmla="*/ 176031 w 1967439"/>
                  <a:gd name="connsiteY20" fmla="*/ 1011436 h 1011436"/>
                  <a:gd name="connsiteX21" fmla="*/ 0 w 1967439"/>
                  <a:gd name="connsiteY21" fmla="*/ 837823 h 1011436"/>
                  <a:gd name="connsiteX22" fmla="*/ 0 w 1967439"/>
                  <a:gd name="connsiteY22" fmla="*/ 288040 h 1011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967439" h="1011436">
                    <a:moveTo>
                      <a:pt x="544307" y="35856"/>
                    </a:moveTo>
                    <a:lnTo>
                      <a:pt x="99882" y="343837"/>
                    </a:lnTo>
                    <a:lnTo>
                      <a:pt x="99882" y="784909"/>
                    </a:lnTo>
                    <a:lnTo>
                      <a:pt x="277377" y="962404"/>
                    </a:lnTo>
                    <a:lnTo>
                      <a:pt x="772541" y="628302"/>
                    </a:lnTo>
                    <a:lnTo>
                      <a:pt x="772541" y="645044"/>
                    </a:lnTo>
                    <a:lnTo>
                      <a:pt x="817605" y="645044"/>
                    </a:lnTo>
                    <a:lnTo>
                      <a:pt x="327728" y="975579"/>
                    </a:lnTo>
                    <a:lnTo>
                      <a:pt x="1423935" y="975579"/>
                    </a:lnTo>
                    <a:lnTo>
                      <a:pt x="1868360" y="667598"/>
                    </a:lnTo>
                    <a:lnTo>
                      <a:pt x="1868360" y="226526"/>
                    </a:lnTo>
                    <a:lnTo>
                      <a:pt x="1694924" y="53090"/>
                    </a:lnTo>
                    <a:lnTo>
                      <a:pt x="1120328" y="440788"/>
                    </a:lnTo>
                    <a:lnTo>
                      <a:pt x="1050451" y="440788"/>
                    </a:lnTo>
                    <a:lnTo>
                      <a:pt x="1650589" y="35856"/>
                    </a:lnTo>
                    <a:close/>
                    <a:moveTo>
                      <a:pt x="415649" y="0"/>
                    </a:moveTo>
                    <a:lnTo>
                      <a:pt x="1805418" y="0"/>
                    </a:lnTo>
                    <a:lnTo>
                      <a:pt x="1967439" y="149704"/>
                    </a:lnTo>
                    <a:lnTo>
                      <a:pt x="1967439" y="734223"/>
                    </a:lnTo>
                    <a:lnTo>
                      <a:pt x="1567412" y="1011436"/>
                    </a:lnTo>
                    <a:lnTo>
                      <a:pt x="176031" y="1011436"/>
                    </a:lnTo>
                    <a:lnTo>
                      <a:pt x="0" y="837823"/>
                    </a:lnTo>
                    <a:lnTo>
                      <a:pt x="0" y="288040"/>
                    </a:lnTo>
                    <a:close/>
                  </a:path>
                </a:pathLst>
              </a:custGeom>
              <a:solidFill>
                <a:schemeClr val="accent5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s-ES" noProof="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5E85DAC-2E59-B1DB-47BC-D44756E826A7}"/>
                  </a:ext>
                </a:extLst>
              </p:cNvPr>
              <p:cNvSpPr txBox="1"/>
              <p:nvPr/>
            </p:nvSpPr>
            <p:spPr>
              <a:xfrm>
                <a:off x="4281487" y="4440263"/>
                <a:ext cx="561974" cy="7830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s-ES" b="1" noProof="0"/>
              </a:p>
            </p:txBody>
          </p:sp>
        </p:grp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3B0F0A4-4FEE-CD84-5F25-32A832D74EE5}"/>
                </a:ext>
              </a:extLst>
            </p:cNvPr>
            <p:cNvSpPr/>
            <p:nvPr/>
          </p:nvSpPr>
          <p:spPr>
            <a:xfrm rot="10800000">
              <a:off x="11517235" y="6473373"/>
              <a:ext cx="796394" cy="443231"/>
            </a:xfrm>
            <a:custGeom>
              <a:avLst/>
              <a:gdLst>
                <a:gd name="connsiteX0" fmla="*/ 205655 w 1561703"/>
                <a:gd name="connsiteY0" fmla="*/ 939723 h 939723"/>
                <a:gd name="connsiteX1" fmla="*/ 190670 w 1561703"/>
                <a:gd name="connsiteY1" fmla="*/ 939723 h 939723"/>
                <a:gd name="connsiteX2" fmla="*/ 0 w 1561703"/>
                <a:gd name="connsiteY2" fmla="*/ 749053 h 939723"/>
                <a:gd name="connsiteX3" fmla="*/ 0 w 1561703"/>
                <a:gd name="connsiteY3" fmla="*/ 307981 h 939723"/>
                <a:gd name="connsiteX4" fmla="*/ 444425 w 1561703"/>
                <a:gd name="connsiteY4" fmla="*/ 0 h 939723"/>
                <a:gd name="connsiteX5" fmla="*/ 1561703 w 1561703"/>
                <a:gd name="connsiteY5" fmla="*/ 0 h 939723"/>
                <a:gd name="connsiteX6" fmla="*/ 1084733 w 1561703"/>
                <a:gd name="connsiteY6" fmla="*/ 330535 h 939723"/>
                <a:gd name="connsiteX7" fmla="*/ 707509 w 1561703"/>
                <a:gd name="connsiteY7" fmla="*/ 330535 h 939723"/>
                <a:gd name="connsiteX8" fmla="*/ 673466 w 1561703"/>
                <a:gd name="connsiteY8" fmla="*/ 364578 h 939723"/>
                <a:gd name="connsiteX9" fmla="*/ 673466 w 1561703"/>
                <a:gd name="connsiteY9" fmla="*/ 364578 h 939723"/>
                <a:gd name="connsiteX10" fmla="*/ 673465 w 1561703"/>
                <a:gd name="connsiteY10" fmla="*/ 364578 h 939723"/>
                <a:gd name="connsiteX11" fmla="*/ 673465 w 1561703"/>
                <a:gd name="connsiteY11" fmla="*/ 534791 h 939723"/>
                <a:gd name="connsiteX12" fmla="*/ 789985 w 1561703"/>
                <a:gd name="connsiteY12" fmla="*/ 534791 h 939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61703" h="939723">
                  <a:moveTo>
                    <a:pt x="205655" y="939723"/>
                  </a:moveTo>
                  <a:lnTo>
                    <a:pt x="190670" y="939723"/>
                  </a:lnTo>
                  <a:lnTo>
                    <a:pt x="0" y="749053"/>
                  </a:lnTo>
                  <a:lnTo>
                    <a:pt x="0" y="307981"/>
                  </a:lnTo>
                  <a:lnTo>
                    <a:pt x="444425" y="0"/>
                  </a:lnTo>
                  <a:lnTo>
                    <a:pt x="1561703" y="0"/>
                  </a:lnTo>
                  <a:lnTo>
                    <a:pt x="1084733" y="330535"/>
                  </a:lnTo>
                  <a:lnTo>
                    <a:pt x="707509" y="330535"/>
                  </a:lnTo>
                  <a:lnTo>
                    <a:pt x="673466" y="364578"/>
                  </a:lnTo>
                  <a:lnTo>
                    <a:pt x="673466" y="364578"/>
                  </a:lnTo>
                  <a:lnTo>
                    <a:pt x="673465" y="364578"/>
                  </a:lnTo>
                  <a:lnTo>
                    <a:pt x="673465" y="534791"/>
                  </a:lnTo>
                  <a:lnTo>
                    <a:pt x="789985" y="534791"/>
                  </a:lnTo>
                  <a:close/>
                </a:path>
              </a:pathLst>
            </a:custGeom>
            <a:solidFill>
              <a:srgbClr val="E6D0DE">
                <a:alpha val="5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FD020B6-2F40-2C59-B23C-E766B7BC255D}"/>
                </a:ext>
              </a:extLst>
            </p:cNvPr>
            <p:cNvSpPr/>
            <p:nvPr/>
          </p:nvSpPr>
          <p:spPr>
            <a:xfrm>
              <a:off x="11402594" y="6470025"/>
              <a:ext cx="796394" cy="443231"/>
            </a:xfrm>
            <a:custGeom>
              <a:avLst/>
              <a:gdLst>
                <a:gd name="connsiteX0" fmla="*/ 444425 w 1561703"/>
                <a:gd name="connsiteY0" fmla="*/ 0 h 939723"/>
                <a:gd name="connsiteX1" fmla="*/ 1561703 w 1561703"/>
                <a:gd name="connsiteY1" fmla="*/ 0 h 939723"/>
                <a:gd name="connsiteX2" fmla="*/ 977374 w 1561703"/>
                <a:gd name="connsiteY2" fmla="*/ 404933 h 939723"/>
                <a:gd name="connsiteX3" fmla="*/ 1095011 w 1561703"/>
                <a:gd name="connsiteY3" fmla="*/ 404933 h 939723"/>
                <a:gd name="connsiteX4" fmla="*/ 1095011 w 1561703"/>
                <a:gd name="connsiteY4" fmla="*/ 575146 h 939723"/>
                <a:gd name="connsiteX5" fmla="*/ 1060968 w 1561703"/>
                <a:gd name="connsiteY5" fmla="*/ 609189 h 939723"/>
                <a:gd name="connsiteX6" fmla="*/ 682626 w 1561703"/>
                <a:gd name="connsiteY6" fmla="*/ 609189 h 939723"/>
                <a:gd name="connsiteX7" fmla="*/ 205655 w 1561703"/>
                <a:gd name="connsiteY7" fmla="*/ 939723 h 939723"/>
                <a:gd name="connsiteX8" fmla="*/ 190670 w 1561703"/>
                <a:gd name="connsiteY8" fmla="*/ 939723 h 939723"/>
                <a:gd name="connsiteX9" fmla="*/ 0 w 1561703"/>
                <a:gd name="connsiteY9" fmla="*/ 749053 h 939723"/>
                <a:gd name="connsiteX10" fmla="*/ 0 w 1561703"/>
                <a:gd name="connsiteY10" fmla="*/ 307981 h 939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61703" h="939723">
                  <a:moveTo>
                    <a:pt x="444425" y="0"/>
                  </a:moveTo>
                  <a:lnTo>
                    <a:pt x="1561703" y="0"/>
                  </a:lnTo>
                  <a:lnTo>
                    <a:pt x="977374" y="404933"/>
                  </a:lnTo>
                  <a:lnTo>
                    <a:pt x="1095011" y="404933"/>
                  </a:lnTo>
                  <a:lnTo>
                    <a:pt x="1095011" y="575146"/>
                  </a:lnTo>
                  <a:lnTo>
                    <a:pt x="1060968" y="609189"/>
                  </a:lnTo>
                  <a:lnTo>
                    <a:pt x="682626" y="609189"/>
                  </a:lnTo>
                  <a:lnTo>
                    <a:pt x="205655" y="939723"/>
                  </a:lnTo>
                  <a:lnTo>
                    <a:pt x="190670" y="939723"/>
                  </a:lnTo>
                  <a:lnTo>
                    <a:pt x="0" y="749053"/>
                  </a:lnTo>
                  <a:lnTo>
                    <a:pt x="0" y="307981"/>
                  </a:lnTo>
                  <a:close/>
                </a:path>
              </a:pathLst>
            </a:custGeom>
            <a:solidFill>
              <a:srgbClr val="FFD1AD">
                <a:alpha val="5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s-ES" noProof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C413A02B-6F03-23AD-D8CB-FB8B0123243D}"/>
              </a:ext>
            </a:extLst>
          </p:cNvPr>
          <p:cNvSpPr txBox="1"/>
          <p:nvPr/>
        </p:nvSpPr>
        <p:spPr>
          <a:xfrm>
            <a:off x="6272952" y="1772817"/>
            <a:ext cx="5712070" cy="56938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400" b="1" dirty="0"/>
              <a:t>Deep </a:t>
            </a:r>
            <a:r>
              <a:rPr lang="es-ES" sz="2400" b="1" dirty="0" err="1"/>
              <a:t>Learning</a:t>
            </a:r>
            <a:r>
              <a:rPr lang="es-ES" sz="2400" b="1" dirty="0"/>
              <a:t> (</a:t>
            </a:r>
            <a:r>
              <a:rPr lang="es-ES" sz="2400" b="1" dirty="0" err="1"/>
              <a:t>other</a:t>
            </a:r>
            <a:r>
              <a:rPr lang="es-ES" sz="2400" b="1" dirty="0"/>
              <a:t>)</a:t>
            </a:r>
          </a:p>
          <a:p>
            <a:endParaRPr lang="es-ES" sz="2000" dirty="0">
              <a:solidFill>
                <a:srgbClr val="00B050"/>
              </a:solidFill>
            </a:endParaRPr>
          </a:p>
          <a:p>
            <a:pPr marL="457200" indent="-457200">
              <a:buFont typeface="+mj-lt"/>
              <a:buAutoNum type="arabicParenR"/>
            </a:pPr>
            <a:r>
              <a:rPr lang="es-ES" sz="2000" dirty="0" err="1"/>
              <a:t>Add</a:t>
            </a:r>
            <a:r>
              <a:rPr lang="es-ES" sz="2000" dirty="0"/>
              <a:t> </a:t>
            </a:r>
            <a:r>
              <a:rPr lang="es-ES" sz="2000" dirty="0" err="1"/>
              <a:t>MatrixProfile-based</a:t>
            </a:r>
            <a:r>
              <a:rPr lang="es-ES" sz="2000" dirty="0"/>
              <a:t> </a:t>
            </a:r>
            <a:r>
              <a:rPr lang="es-ES" sz="2000" dirty="0" err="1"/>
              <a:t>exogenus</a:t>
            </a:r>
            <a:r>
              <a:rPr lang="es-ES" sz="2000" dirty="0"/>
              <a:t> </a:t>
            </a:r>
            <a:r>
              <a:rPr lang="es-ES" sz="2000" dirty="0" err="1"/>
              <a:t>features</a:t>
            </a:r>
            <a:endParaRPr lang="es-ES" sz="2000" dirty="0"/>
          </a:p>
          <a:p>
            <a:pPr marL="457200" indent="-457200">
              <a:buFont typeface="+mj-lt"/>
              <a:buAutoNum type="arabicParenR"/>
            </a:pPr>
            <a:r>
              <a:rPr lang="es-ES" sz="2000" dirty="0" err="1"/>
              <a:t>Add</a:t>
            </a:r>
            <a:r>
              <a:rPr lang="es-ES" sz="2000" dirty="0"/>
              <a:t> Multifocal </a:t>
            </a:r>
            <a:r>
              <a:rPr lang="es-ES" sz="2000" dirty="0" err="1"/>
              <a:t>MPlot</a:t>
            </a:r>
            <a:endParaRPr lang="es-ES" sz="2000" b="1" dirty="0"/>
          </a:p>
          <a:p>
            <a:pPr marL="457200" indent="-457200">
              <a:buFont typeface="+mj-lt"/>
              <a:buAutoNum type="arabicParenR"/>
            </a:pPr>
            <a:r>
              <a:rPr lang="es-ES" sz="2000" dirty="0" err="1"/>
              <a:t>Add</a:t>
            </a:r>
            <a:r>
              <a:rPr lang="es-ES" sz="2000" dirty="0"/>
              <a:t> </a:t>
            </a:r>
            <a:r>
              <a:rPr lang="es-ES" sz="2000" dirty="0" err="1"/>
              <a:t>multivariate</a:t>
            </a:r>
            <a:r>
              <a:rPr lang="es-ES" sz="2000" dirty="0"/>
              <a:t> Matrix </a:t>
            </a:r>
            <a:r>
              <a:rPr lang="es-ES" sz="2000" dirty="0" err="1"/>
              <a:t>Profile</a:t>
            </a:r>
            <a:endParaRPr lang="es-ES" sz="2000" dirty="0"/>
          </a:p>
          <a:p>
            <a:endParaRPr lang="es-ES" sz="2000" dirty="0">
              <a:solidFill>
                <a:srgbClr val="00B050"/>
              </a:solidFill>
            </a:endParaRPr>
          </a:p>
          <a:p>
            <a:pPr marL="457200" indent="-457200">
              <a:buFont typeface="+mj-lt"/>
              <a:buAutoNum type="arabicParenR"/>
            </a:pPr>
            <a:r>
              <a:rPr lang="es-ES" sz="2000" dirty="0"/>
              <a:t>Integrar </a:t>
            </a:r>
            <a:r>
              <a:rPr lang="es-ES" sz="2000" b="1" dirty="0"/>
              <a:t>nuevos modelos fundacionales</a:t>
            </a:r>
            <a:endParaRPr lang="es-ES" sz="2000" dirty="0"/>
          </a:p>
          <a:p>
            <a:pPr marL="457200" indent="-457200">
              <a:buFont typeface="+mj-lt"/>
              <a:buAutoNum type="arabicParenR"/>
            </a:pPr>
            <a:endParaRPr lang="es-ES" sz="2000" dirty="0"/>
          </a:p>
          <a:p>
            <a:pPr marL="457200" indent="-457200">
              <a:buFont typeface="+mj-lt"/>
              <a:buAutoNum type="arabicParenR"/>
            </a:pPr>
            <a:r>
              <a:rPr lang="es-ES" sz="2000" dirty="0"/>
              <a:t>Usar </a:t>
            </a:r>
            <a:r>
              <a:rPr lang="es-ES" sz="2000" b="1" dirty="0"/>
              <a:t>otras técnicas de proyección</a:t>
            </a:r>
          </a:p>
          <a:p>
            <a:pPr marL="457200" indent="-457200">
              <a:buFont typeface="+mj-lt"/>
              <a:buAutoNum type="arabicParenR" startAt="3"/>
            </a:pPr>
            <a:r>
              <a:rPr lang="es-ES" sz="2000" dirty="0"/>
              <a:t>Revisar la implementación de </a:t>
            </a:r>
            <a:r>
              <a:rPr lang="es-ES" sz="2000" b="1" dirty="0"/>
              <a:t>MOMENT</a:t>
            </a:r>
            <a:r>
              <a:rPr lang="es-ES" sz="2000" dirty="0"/>
              <a:t> para tratar de </a:t>
            </a:r>
            <a:r>
              <a:rPr lang="es-ES" sz="2000" b="1" dirty="0"/>
              <a:t>trocear la obtención de vectores latentes</a:t>
            </a:r>
            <a:r>
              <a:rPr lang="es-ES" sz="2000" dirty="0"/>
              <a:t> como con MTSAE </a:t>
            </a:r>
          </a:p>
          <a:p>
            <a:pPr marL="457200" indent="-457200">
              <a:buFont typeface="+mj-lt"/>
              <a:buAutoNum type="arabicParenR" startAt="3"/>
            </a:pPr>
            <a:endParaRPr lang="es-ES" sz="2000" dirty="0"/>
          </a:p>
          <a:p>
            <a:pPr marL="457200" indent="-457200">
              <a:buFont typeface="+mj-lt"/>
              <a:buAutoNum type="arabicParenR" startAt="3"/>
            </a:pPr>
            <a:r>
              <a:rPr lang="es-ES" sz="2000" dirty="0"/>
              <a:t>Mejorar</a:t>
            </a:r>
            <a:r>
              <a:rPr lang="es-ES" sz="2000" b="1" dirty="0"/>
              <a:t> MTSAE</a:t>
            </a:r>
            <a:r>
              <a:rPr lang="es-ES" sz="2000" dirty="0"/>
              <a:t> añadiendo otro tipo de </a:t>
            </a:r>
            <a:r>
              <a:rPr lang="es-ES" sz="2000" b="1" dirty="0"/>
              <a:t>convoluciones</a:t>
            </a:r>
          </a:p>
          <a:p>
            <a:pPr marL="457200" indent="-457200">
              <a:buFont typeface="+mj-lt"/>
              <a:buAutoNum type="arabicParenR"/>
            </a:pPr>
            <a:endParaRPr lang="es-ES" sz="2000" dirty="0"/>
          </a:p>
          <a:p>
            <a:pPr marL="457200" indent="-457200">
              <a:buFont typeface="+mj-lt"/>
              <a:buAutoNum type="arabicParenR"/>
            </a:pPr>
            <a:endParaRPr lang="es-ES" sz="2000" dirty="0"/>
          </a:p>
          <a:p>
            <a:endParaRPr lang="es-ES" sz="20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12017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020"/>
    </mc:Choice>
    <mc:Fallback xmlns="">
      <p:transition spd="slow" advTm="180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4316A8-9942-9B02-3CC1-076F0CDED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64ED870-E6C5-8F98-0B11-7443F06D120E}"/>
              </a:ext>
            </a:extLst>
          </p:cNvPr>
          <p:cNvSpPr/>
          <p:nvPr/>
        </p:nvSpPr>
        <p:spPr>
          <a:xfrm>
            <a:off x="-512702" y="1197520"/>
            <a:ext cx="13189209" cy="5946229"/>
          </a:xfrm>
          <a:prstGeom prst="roundRect">
            <a:avLst>
              <a:gd name="adj" fmla="val 5714"/>
            </a:avLst>
          </a:prstGeom>
          <a:solidFill>
            <a:srgbClr val="F5F8F9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00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62A3648-F462-4084-E810-E96E35016F0C}"/>
              </a:ext>
            </a:extLst>
          </p:cNvPr>
          <p:cNvSpPr/>
          <p:nvPr/>
        </p:nvSpPr>
        <p:spPr>
          <a:xfrm>
            <a:off x="902090" y="-2869258"/>
            <a:ext cx="10753725" cy="3843728"/>
          </a:xfrm>
          <a:prstGeom prst="roundRect">
            <a:avLst>
              <a:gd name="adj" fmla="val 571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endParaRPr lang="es-ES" sz="3000" dirty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es-ES" sz="2800" b="1" dirty="0" err="1">
                <a:solidFill>
                  <a:schemeClr val="tx1"/>
                </a:solidFill>
                <a:latin typeface="+mj-lt"/>
              </a:rPr>
              <a:t>Related</a:t>
            </a:r>
            <a:r>
              <a:rPr lang="es-ES" sz="2800" b="1" dirty="0">
                <a:solidFill>
                  <a:schemeClr val="tx1"/>
                </a:solidFill>
                <a:latin typeface="+mj-lt"/>
              </a:rPr>
              <a:t> </a:t>
            </a:r>
            <a:r>
              <a:rPr lang="es-ES" sz="2800" b="1" dirty="0" err="1">
                <a:solidFill>
                  <a:schemeClr val="tx1"/>
                </a:solidFill>
                <a:latin typeface="+mj-lt"/>
              </a:rPr>
              <a:t>Research</a:t>
            </a:r>
            <a:endParaRPr lang="es-ES" sz="28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127E8-52A5-24D7-50FD-AE210854E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6E274-3D30-4D47-98D0-0581248BD0B1}" type="slidenum">
              <a:rPr lang="es-ES" noProof="0" smtClean="0"/>
              <a:t>15</a:t>
            </a:fld>
            <a:endParaRPr lang="es-ES" noProof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F511DF-54B7-FC03-0FE3-10587655E655}"/>
              </a:ext>
            </a:extLst>
          </p:cNvPr>
          <p:cNvSpPr txBox="1"/>
          <p:nvPr/>
        </p:nvSpPr>
        <p:spPr>
          <a:xfrm>
            <a:off x="298585" y="2215929"/>
            <a:ext cx="11357229" cy="4363180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/>
              <a:t>J1 [ Q1]</a:t>
            </a:r>
            <a:r>
              <a:rPr lang="en-US" sz="1200" dirty="0"/>
              <a:t> </a:t>
            </a:r>
            <a:r>
              <a:rPr lang="en-US" sz="1200" b="1" dirty="0"/>
              <a:t>Inmaculada Santamaria-Valenzuela</a:t>
            </a:r>
            <a:r>
              <a:rPr lang="en-US" sz="1200" dirty="0"/>
              <a:t>, Victor Rodriguez-Fernandez, and David Camacho (2024). On the integration of large scale time series </a:t>
            </a:r>
            <a:r>
              <a:rPr lang="en-US" sz="1200" b="1" dirty="0"/>
              <a:t>distance matrices </a:t>
            </a:r>
            <a:r>
              <a:rPr lang="en-US" sz="1200" dirty="0"/>
              <a:t>into deep visual analytic tools.   Cognitive Computation.  ISSN: 1866-9956, </a:t>
            </a:r>
            <a:r>
              <a:rPr lang="en-US" sz="1200" dirty="0" err="1"/>
              <a:t>eISSN</a:t>
            </a:r>
            <a:r>
              <a:rPr lang="en-US" sz="1200" dirty="0"/>
              <a:t>: 1866-9964. Volume 17, article number29, 2025.</a:t>
            </a:r>
            <a:r>
              <a:rPr lang="en-US" sz="1200" b="1" dirty="0"/>
              <a:t>DOI</a:t>
            </a:r>
            <a:r>
              <a:rPr lang="en-US" sz="1200" dirty="0"/>
              <a:t>: </a:t>
            </a:r>
            <a:r>
              <a:rPr lang="en-US" sz="1200" dirty="0">
                <a:hlinkClick r:id="rId4"/>
              </a:rPr>
              <a:t>https://doi.org/10.1007/s12559-024-10394-x9</a:t>
            </a:r>
            <a:r>
              <a:rPr lang="en-US" sz="1200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1200" b="1" dirty="0"/>
              <a:t>J2 [Q2] : Inmaculada Santamaria-Valenzuela</a:t>
            </a:r>
            <a:r>
              <a:rPr lang="en-US" sz="1200" dirty="0"/>
              <a:t>, Victor Rodriguez-Fernandez, Javier Huertas-Tato, John Hyuk Park, David Camacho. Decoding Latent Spaces: Assessing the Interpretability of </a:t>
            </a:r>
            <a:r>
              <a:rPr lang="en-US" sz="1200" b="1" dirty="0"/>
              <a:t>Time Series Foundation Models</a:t>
            </a:r>
            <a:r>
              <a:rPr lang="en-US" sz="1200" dirty="0"/>
              <a:t> for Visual Analytics. International Journal of Interactive Multimedia and Artificial Intelligence (IJIMAI), 15th April 2025, to appear.  </a:t>
            </a:r>
            <a:r>
              <a:rPr lang="en-US" sz="1200" b="1" dirty="0"/>
              <a:t>DOI:</a:t>
            </a:r>
            <a:r>
              <a:rPr lang="en-US" sz="1200" dirty="0"/>
              <a:t> </a:t>
            </a:r>
            <a:r>
              <a:rPr lang="en-US" sz="1200" dirty="0">
                <a:hlinkClick r:id="rId5"/>
              </a:rPr>
              <a:t>https://doi.org/10.48550/arXiv.2504.20099</a:t>
            </a:r>
            <a:endParaRPr lang="en-US" sz="1200" dirty="0"/>
          </a:p>
          <a:p>
            <a:pPr>
              <a:lnSpc>
                <a:spcPct val="150000"/>
              </a:lnSpc>
            </a:pPr>
            <a:r>
              <a:rPr lang="en-US" sz="1200" b="1" dirty="0"/>
              <a:t>C1 [</a:t>
            </a:r>
            <a:r>
              <a:rPr lang="en-US" sz="1200" b="1" dirty="0" err="1"/>
              <a:t>IEEEXplore</a:t>
            </a:r>
            <a:r>
              <a:rPr lang="en-US" sz="1200" b="1" dirty="0"/>
              <a:t>]:</a:t>
            </a:r>
            <a:r>
              <a:rPr lang="en-US" sz="1200" dirty="0"/>
              <a:t> </a:t>
            </a:r>
            <a:r>
              <a:rPr lang="en-US" sz="1200" b="1" dirty="0"/>
              <a:t>Inmaculada Santamaria-Valenzuela</a:t>
            </a:r>
            <a:r>
              <a:rPr lang="en-US" sz="1200" dirty="0"/>
              <a:t>, Victor Rodriguez-Fernandez, and David Camacho (2023). Exploring </a:t>
            </a:r>
            <a:r>
              <a:rPr lang="en-US" sz="1200" b="1" dirty="0"/>
              <a:t>Multiple Classification Systems </a:t>
            </a:r>
            <a:r>
              <a:rPr lang="en-US" sz="1200" dirty="0"/>
              <a:t>for Online Time Series Anomaly Detection. In Proceedings of 2023 International Conference on Network, Multimedia and Information Technology (NMITCON), Nitte Meenakshi Institute of Technology, </a:t>
            </a:r>
            <a:r>
              <a:rPr lang="en-US" sz="1200" dirty="0" err="1"/>
              <a:t>sep.</a:t>
            </a:r>
            <a:r>
              <a:rPr lang="en-US" sz="1200" dirty="0"/>
              <a:t> 01 - 02, 2023,Bengaluru, India, pp.1-6. </a:t>
            </a:r>
            <a:r>
              <a:rPr lang="en-US" sz="1200" b="1" dirty="0"/>
              <a:t>DOI: </a:t>
            </a:r>
            <a:r>
              <a:rPr lang="en-US" sz="1200" dirty="0">
                <a:hlinkClick r:id="rId6"/>
              </a:rPr>
              <a:t>https://doi.org/10.1109/NMITCON58196.2023.10276028</a:t>
            </a:r>
            <a:r>
              <a:rPr lang="en-US" sz="12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1200" b="1" dirty="0"/>
              <a:t>C2 [Springer Nature, Core C): Inmaculada Santamaria-Valenzuela</a:t>
            </a:r>
            <a:r>
              <a:rPr lang="en-US" sz="1200" dirty="0"/>
              <a:t>, Victor Rodriguez-Fernandez, and David Camacho (2023). Exploring </a:t>
            </a:r>
            <a:r>
              <a:rPr lang="en-US" sz="1200" b="1" dirty="0"/>
              <a:t>Scalability</a:t>
            </a:r>
            <a:r>
              <a:rPr lang="en-US" sz="1200" dirty="0"/>
              <a:t> in Large-Scale Time Series in </a:t>
            </a:r>
            <a:r>
              <a:rPr lang="en-US" sz="1200" dirty="0" err="1"/>
              <a:t>DeepVATS</a:t>
            </a:r>
            <a:r>
              <a:rPr lang="en-US" sz="1200" dirty="0"/>
              <a:t> Framework. In: Nguyen, N.T., Huynh, CP., Nguyen, T.T., Le-Khac, NA., Nguyen, QV. (eds) The 13</a:t>
            </a:r>
            <a:r>
              <a:rPr lang="en-US" sz="1200" baseline="30000" dirty="0"/>
              <a:t>th</a:t>
            </a:r>
            <a:r>
              <a:rPr lang="en-US" sz="1200" dirty="0"/>
              <a:t> Conference on Information Technology and Its Applications. CITA 2024. Lecture Notes in Networks and Systems, vol 882. Springer, Cham. July 19-20, 2024. </a:t>
            </a:r>
            <a:r>
              <a:rPr lang="en-US" sz="1200" b="1" dirty="0"/>
              <a:t>DOI: </a:t>
            </a:r>
            <a:r>
              <a:rPr lang="en-US" sz="1200" dirty="0">
                <a:hlinkClick r:id="rId7"/>
              </a:rPr>
              <a:t>https://doi.org/10.1007/978-3-031-74127-2_21</a:t>
            </a:r>
            <a:r>
              <a:rPr lang="en-US" sz="1200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1200" b="1" dirty="0"/>
              <a:t>Other two non-indexed congress</a:t>
            </a:r>
          </a:p>
          <a:p>
            <a:pPr>
              <a:lnSpc>
                <a:spcPct val="150000"/>
              </a:lnSpc>
            </a:pPr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3D8950-C6F5-818F-0FF2-D7A3B26BB9E6}"/>
              </a:ext>
            </a:extLst>
          </p:cNvPr>
          <p:cNvSpPr txBox="1"/>
          <p:nvPr/>
        </p:nvSpPr>
        <p:spPr>
          <a:xfrm>
            <a:off x="298585" y="1407086"/>
            <a:ext cx="5688557" cy="6139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s-ES" sz="2500" b="1" dirty="0" err="1"/>
              <a:t>Journals</a:t>
            </a:r>
            <a:r>
              <a:rPr lang="es-ES" sz="2500" b="1" dirty="0"/>
              <a:t> &amp; </a:t>
            </a:r>
            <a:r>
              <a:rPr lang="es-ES" sz="2500" b="1" dirty="0" err="1"/>
              <a:t>Congress</a:t>
            </a:r>
            <a:r>
              <a:rPr lang="es-ES" sz="2500" b="1" dirty="0"/>
              <a:t> </a:t>
            </a:r>
            <a:r>
              <a:rPr lang="es-ES" sz="2500" b="1" dirty="0" err="1"/>
              <a:t>articles</a:t>
            </a:r>
            <a:endParaRPr lang="en-US" b="1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585B474C-E401-1663-DB2B-073F2C8E35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9373766"/>
              </p:ext>
            </p:extLst>
          </p:nvPr>
        </p:nvGraphicFramePr>
        <p:xfrm>
          <a:off x="1657803" y="157282"/>
          <a:ext cx="9242297" cy="2107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925265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228"/>
    </mc:Choice>
    <mc:Fallback xmlns="">
      <p:transition spd="slow" advTm="2322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6|8.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14.5|1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14.5|1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|6|4.6|4.6|7.6|2.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14.5|1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14.5|1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|3.1|4.3|8.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4.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2.1|16.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5.8|40.8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5|3.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"/>
</p:tagLst>
</file>

<file path=ppt/theme/theme1.xml><?xml version="1.0" encoding="utf-8"?>
<a:theme xmlns:a="http://schemas.openxmlformats.org/drawingml/2006/main" name="Office Theme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5346</TotalTime>
  <Words>1320</Words>
  <Application>Microsoft Office PowerPoint</Application>
  <PresentationFormat>Widescreen</PresentationFormat>
  <Paragraphs>799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ADLaM Display</vt:lpstr>
      <vt:lpstr>Aptos</vt:lpstr>
      <vt:lpstr>Aptos Display</vt:lpstr>
      <vt:lpstr>Arial</vt:lpstr>
      <vt:lpstr>Cambria Math</vt:lpstr>
      <vt:lpstr>SFRM1095</vt:lpstr>
      <vt:lpstr>Source Sans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MARIA INMACULADA SANTAMARIA VALENZUELA</dc:creator>
  <cp:lastModifiedBy>MARIA INMACULADA SANTAMARIA VALENZUELA</cp:lastModifiedBy>
  <cp:revision>77</cp:revision>
  <dcterms:created xsi:type="dcterms:W3CDTF">2025-04-27T15:29:42Z</dcterms:created>
  <dcterms:modified xsi:type="dcterms:W3CDTF">2025-07-21T13:57:58Z</dcterms:modified>
</cp:coreProperties>
</file>